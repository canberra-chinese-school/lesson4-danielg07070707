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5"/>
  </p:notesMasterIdLst>
  <p:sldIdLst>
    <p:sldId id="256" r:id="rId2"/>
    <p:sldId id="263" r:id="rId3"/>
    <p:sldId id="351" r:id="rId4"/>
    <p:sldId id="352" r:id="rId5"/>
    <p:sldId id="328" r:id="rId6"/>
    <p:sldId id="353" r:id="rId7"/>
    <p:sldId id="354" r:id="rId8"/>
    <p:sldId id="355" r:id="rId9"/>
    <p:sldId id="332" r:id="rId10"/>
    <p:sldId id="356" r:id="rId11"/>
    <p:sldId id="341" r:id="rId12"/>
    <p:sldId id="342" r:id="rId13"/>
    <p:sldId id="348" r:id="rId14"/>
    <p:sldId id="357" r:id="rId15"/>
    <p:sldId id="359" r:id="rId16"/>
    <p:sldId id="345" r:id="rId17"/>
    <p:sldId id="358" r:id="rId18"/>
    <p:sldId id="344" r:id="rId19"/>
    <p:sldId id="360" r:id="rId20"/>
    <p:sldId id="361" r:id="rId21"/>
    <p:sldId id="362" r:id="rId22"/>
    <p:sldId id="322" r:id="rId23"/>
    <p:sldId id="363" r:id="rId24"/>
  </p:sldIdLst>
  <p:sldSz cx="9144000" cy="5143500" type="screen16x9"/>
  <p:notesSz cx="6858000" cy="9144000"/>
  <p:embeddedFontLst>
    <p:embeddedFont>
      <p:font typeface="Amatic SC" panose="02010600030101010101" charset="-79"/>
      <p:regular r:id="rId26"/>
      <p:bold r:id="rId27"/>
    </p:embeddedFont>
    <p:embeddedFont>
      <p:font typeface="Didact Gothic" panose="02010600030101010101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04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75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729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26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725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1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17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143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0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346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645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6628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441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027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469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65537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24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647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Google Shape;5214;g7989b4430a_1_2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5" name="Google Shape;5215;g7989b4430a_1_2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Google Shape;5214;g7989b4430a_1_2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5" name="Google Shape;5215;g7989b4430a_1_2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05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ONE_COLUMN_TEXT_5_1_1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39"/>
          <p:cNvSpPr txBox="1">
            <a:spLocks noGrp="1"/>
          </p:cNvSpPr>
          <p:nvPr>
            <p:ph type="subTitle" idx="1"/>
          </p:nvPr>
        </p:nvSpPr>
        <p:spPr>
          <a:xfrm>
            <a:off x="2594250" y="4098475"/>
            <a:ext cx="3955500" cy="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5" name="Google Shape;1775;p39"/>
          <p:cNvSpPr txBox="1">
            <a:spLocks noGrp="1"/>
          </p:cNvSpPr>
          <p:nvPr>
            <p:ph type="title"/>
          </p:nvPr>
        </p:nvSpPr>
        <p:spPr>
          <a:xfrm>
            <a:off x="2555550" y="263290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76" name="Google Shape;1776;p39"/>
          <p:cNvSpPr/>
          <p:nvPr/>
        </p:nvSpPr>
        <p:spPr>
          <a:xfrm>
            <a:off x="1404901" y="4387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9"/>
          <p:cNvGrpSpPr/>
          <p:nvPr/>
        </p:nvGrpSpPr>
        <p:grpSpPr>
          <a:xfrm>
            <a:off x="202650" y="4092004"/>
            <a:ext cx="795393" cy="838490"/>
            <a:chOff x="202650" y="4092004"/>
            <a:chExt cx="795393" cy="838490"/>
          </a:xfrm>
        </p:grpSpPr>
        <p:sp>
          <p:nvSpPr>
            <p:cNvPr id="1778" name="Google Shape;1778;p39"/>
            <p:cNvSpPr/>
            <p:nvPr/>
          </p:nvSpPr>
          <p:spPr>
            <a:xfrm>
              <a:off x="218975" y="4116038"/>
              <a:ext cx="762740" cy="464162"/>
            </a:xfrm>
            <a:custGeom>
              <a:avLst/>
              <a:gdLst/>
              <a:ahLst/>
              <a:cxnLst/>
              <a:rect l="l" t="t" r="r" b="b"/>
              <a:pathLst>
                <a:path w="10021" h="7344" extrusionOk="0">
                  <a:moveTo>
                    <a:pt x="10021" y="0"/>
                  </a:moveTo>
                  <a:cubicBezTo>
                    <a:pt x="9716" y="85"/>
                    <a:pt x="1" y="1231"/>
                    <a:pt x="1" y="1231"/>
                  </a:cubicBezTo>
                  <a:lnTo>
                    <a:pt x="3216" y="3108"/>
                  </a:lnTo>
                  <a:lnTo>
                    <a:pt x="3333" y="6323"/>
                  </a:lnTo>
                  <a:lnTo>
                    <a:pt x="5212" y="5327"/>
                  </a:lnTo>
                  <a:lnTo>
                    <a:pt x="6776" y="734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9" name="Google Shape;1779;p39"/>
            <p:cNvGrpSpPr/>
            <p:nvPr/>
          </p:nvGrpSpPr>
          <p:grpSpPr>
            <a:xfrm>
              <a:off x="202650" y="4092004"/>
              <a:ext cx="795393" cy="494310"/>
              <a:chOff x="2555011" y="1332053"/>
              <a:chExt cx="470564" cy="342462"/>
            </a:xfrm>
          </p:grpSpPr>
          <p:sp>
            <p:nvSpPr>
              <p:cNvPr id="1780" name="Google Shape;1780;p39"/>
              <p:cNvSpPr/>
              <p:nvPr/>
            </p:nvSpPr>
            <p:spPr>
              <a:xfrm>
                <a:off x="2770988" y="1547372"/>
                <a:ext cx="103209" cy="126108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880" extrusionOk="0">
                    <a:moveTo>
                      <a:pt x="75" y="0"/>
                    </a:moveTo>
                    <a:cubicBezTo>
                      <a:pt x="31" y="0"/>
                      <a:pt x="0" y="74"/>
                      <a:pt x="30" y="127"/>
                    </a:cubicBezTo>
                    <a:cubicBezTo>
                      <a:pt x="323" y="629"/>
                      <a:pt x="733" y="1045"/>
                      <a:pt x="1088" y="1504"/>
                    </a:cubicBezTo>
                    <a:cubicBezTo>
                      <a:pt x="1429" y="1946"/>
                      <a:pt x="1727" y="2419"/>
                      <a:pt x="2102" y="2836"/>
                    </a:cubicBezTo>
                    <a:cubicBezTo>
                      <a:pt x="2130" y="2867"/>
                      <a:pt x="2157" y="2879"/>
                      <a:pt x="2181" y="2879"/>
                    </a:cubicBezTo>
                    <a:cubicBezTo>
                      <a:pt x="2251" y="2879"/>
                      <a:pt x="2291" y="2771"/>
                      <a:pt x="2222" y="2694"/>
                    </a:cubicBezTo>
                    <a:cubicBezTo>
                      <a:pt x="1846" y="2277"/>
                      <a:pt x="1550" y="1803"/>
                      <a:pt x="1206" y="1361"/>
                    </a:cubicBezTo>
                    <a:cubicBezTo>
                      <a:pt x="855" y="910"/>
                      <a:pt x="473" y="484"/>
                      <a:pt x="123" y="30"/>
                    </a:cubicBezTo>
                    <a:cubicBezTo>
                      <a:pt x="107" y="9"/>
                      <a:pt x="90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1" name="Google Shape;1781;p39"/>
              <p:cNvGrpSpPr/>
              <p:nvPr/>
            </p:nvGrpSpPr>
            <p:grpSpPr>
              <a:xfrm>
                <a:off x="2555011" y="1332053"/>
                <a:ext cx="470564" cy="342462"/>
                <a:chOff x="2555011" y="1332053"/>
                <a:chExt cx="470564" cy="342462"/>
              </a:xfrm>
            </p:grpSpPr>
            <p:sp>
              <p:nvSpPr>
                <p:cNvPr id="1782" name="Google Shape;1782;p39"/>
                <p:cNvSpPr/>
                <p:nvPr/>
              </p:nvSpPr>
              <p:spPr>
                <a:xfrm>
                  <a:off x="2765855" y="1336081"/>
                  <a:ext cx="250412" cy="21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91" extrusionOk="0">
                      <a:moveTo>
                        <a:pt x="5523" y="0"/>
                      </a:moveTo>
                      <a:cubicBezTo>
                        <a:pt x="5520" y="0"/>
                        <a:pt x="5517" y="1"/>
                        <a:pt x="5514" y="2"/>
                      </a:cubicBezTo>
                      <a:cubicBezTo>
                        <a:pt x="4834" y="215"/>
                        <a:pt x="4062" y="1273"/>
                        <a:pt x="3545" y="1751"/>
                      </a:cubicBezTo>
                      <a:cubicBezTo>
                        <a:pt x="2432" y="2780"/>
                        <a:pt x="1299" y="3833"/>
                        <a:pt x="93" y="4748"/>
                      </a:cubicBezTo>
                      <a:cubicBezTo>
                        <a:pt x="1" y="4818"/>
                        <a:pt x="102" y="4991"/>
                        <a:pt x="199" y="4991"/>
                      </a:cubicBezTo>
                      <a:cubicBezTo>
                        <a:pt x="216" y="4991"/>
                        <a:pt x="233" y="4986"/>
                        <a:pt x="249" y="4973"/>
                      </a:cubicBezTo>
                      <a:cubicBezTo>
                        <a:pt x="1455" y="4047"/>
                        <a:pt x="2585" y="2978"/>
                        <a:pt x="3694" y="1936"/>
                      </a:cubicBezTo>
                      <a:cubicBezTo>
                        <a:pt x="4245" y="1420"/>
                        <a:pt x="5230" y="772"/>
                        <a:pt x="5549" y="81"/>
                      </a:cubicBezTo>
                      <a:cubicBezTo>
                        <a:pt x="5561" y="59"/>
                        <a:pt x="5555" y="0"/>
                        <a:pt x="55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2858307" y="1334461"/>
                  <a:ext cx="163144" cy="340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7766" extrusionOk="0">
                      <a:moveTo>
                        <a:pt x="3549" y="1"/>
                      </a:moveTo>
                      <a:cubicBezTo>
                        <a:pt x="3538" y="1"/>
                        <a:pt x="3526" y="8"/>
                        <a:pt x="3515" y="25"/>
                      </a:cubicBezTo>
                      <a:cubicBezTo>
                        <a:pt x="2735" y="1142"/>
                        <a:pt x="2298" y="2616"/>
                        <a:pt x="1729" y="3862"/>
                      </a:cubicBezTo>
                      <a:cubicBezTo>
                        <a:pt x="1169" y="5087"/>
                        <a:pt x="603" y="6311"/>
                        <a:pt x="43" y="7535"/>
                      </a:cubicBezTo>
                      <a:cubicBezTo>
                        <a:pt x="1" y="7627"/>
                        <a:pt x="105" y="7765"/>
                        <a:pt x="193" y="7765"/>
                      </a:cubicBezTo>
                      <a:cubicBezTo>
                        <a:pt x="221" y="7765"/>
                        <a:pt x="247" y="7752"/>
                        <a:pt x="267" y="7719"/>
                      </a:cubicBezTo>
                      <a:cubicBezTo>
                        <a:pt x="909" y="6629"/>
                        <a:pt x="1369" y="5409"/>
                        <a:pt x="1893" y="4259"/>
                      </a:cubicBezTo>
                      <a:cubicBezTo>
                        <a:pt x="2507" y="2912"/>
                        <a:pt x="3206" y="1570"/>
                        <a:pt x="3612" y="141"/>
                      </a:cubicBezTo>
                      <a:cubicBezTo>
                        <a:pt x="3622" y="104"/>
                        <a:pt x="3590" y="1"/>
                        <a:pt x="35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555011" y="1332053"/>
                  <a:ext cx="470564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0" h="3518" extrusionOk="0">
                      <a:moveTo>
                        <a:pt x="9111" y="468"/>
                      </a:moveTo>
                      <a:lnTo>
                        <a:pt x="9111" y="468"/>
                      </a:lnTo>
                      <a:cubicBezTo>
                        <a:pt x="7421" y="1260"/>
                        <a:pt x="5759" y="2117"/>
                        <a:pt x="4083" y="2937"/>
                      </a:cubicBezTo>
                      <a:cubicBezTo>
                        <a:pt x="3940" y="3008"/>
                        <a:pt x="3386" y="3311"/>
                        <a:pt x="3388" y="3311"/>
                      </a:cubicBezTo>
                      <a:cubicBezTo>
                        <a:pt x="3367" y="3311"/>
                        <a:pt x="2790" y="2946"/>
                        <a:pt x="2617" y="2845"/>
                      </a:cubicBezTo>
                      <a:cubicBezTo>
                        <a:pt x="1945" y="2455"/>
                        <a:pt x="1273" y="2064"/>
                        <a:pt x="602" y="1673"/>
                      </a:cubicBezTo>
                      <a:lnTo>
                        <a:pt x="602" y="1673"/>
                      </a:lnTo>
                      <a:cubicBezTo>
                        <a:pt x="2247" y="1508"/>
                        <a:pt x="3892" y="1213"/>
                        <a:pt x="5527" y="983"/>
                      </a:cubicBezTo>
                      <a:cubicBezTo>
                        <a:pt x="6572" y="835"/>
                        <a:pt x="7617" y="690"/>
                        <a:pt x="8660" y="530"/>
                      </a:cubicBezTo>
                      <a:cubicBezTo>
                        <a:pt x="8807" y="507"/>
                        <a:pt x="8958" y="488"/>
                        <a:pt x="9111" y="468"/>
                      </a:cubicBezTo>
                      <a:close/>
                      <a:moveTo>
                        <a:pt x="10155" y="1"/>
                      </a:moveTo>
                      <a:cubicBezTo>
                        <a:pt x="10137" y="1"/>
                        <a:pt x="10120" y="4"/>
                        <a:pt x="10103" y="12"/>
                      </a:cubicBezTo>
                      <a:cubicBezTo>
                        <a:pt x="10011" y="53"/>
                        <a:pt x="9919" y="95"/>
                        <a:pt x="9828" y="136"/>
                      </a:cubicBezTo>
                      <a:lnTo>
                        <a:pt x="9828" y="136"/>
                      </a:lnTo>
                      <a:cubicBezTo>
                        <a:pt x="6634" y="664"/>
                        <a:pt x="3353" y="1152"/>
                        <a:pt x="135" y="1429"/>
                      </a:cubicBezTo>
                      <a:cubicBezTo>
                        <a:pt x="0" y="1442"/>
                        <a:pt x="45" y="1627"/>
                        <a:pt x="129" y="1676"/>
                      </a:cubicBezTo>
                      <a:cubicBezTo>
                        <a:pt x="949" y="2157"/>
                        <a:pt x="1769" y="2638"/>
                        <a:pt x="2589" y="3118"/>
                      </a:cubicBezTo>
                      <a:cubicBezTo>
                        <a:pt x="3000" y="3359"/>
                        <a:pt x="3179" y="3518"/>
                        <a:pt x="3425" y="3518"/>
                      </a:cubicBezTo>
                      <a:cubicBezTo>
                        <a:pt x="3563" y="3518"/>
                        <a:pt x="3721" y="3468"/>
                        <a:pt x="3952" y="3356"/>
                      </a:cubicBezTo>
                      <a:cubicBezTo>
                        <a:pt x="6070" y="2335"/>
                        <a:pt x="8157" y="1241"/>
                        <a:pt x="10304" y="280"/>
                      </a:cubicBezTo>
                      <a:cubicBezTo>
                        <a:pt x="10449" y="214"/>
                        <a:pt x="10297" y="1"/>
                        <a:pt x="101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699927" y="1480240"/>
                  <a:ext cx="81820" cy="14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" h="3377" extrusionOk="0">
                      <a:moveTo>
                        <a:pt x="173" y="1"/>
                      </a:moveTo>
                      <a:cubicBezTo>
                        <a:pt x="161" y="1"/>
                        <a:pt x="149" y="9"/>
                        <a:pt x="143" y="31"/>
                      </a:cubicBezTo>
                      <a:cubicBezTo>
                        <a:pt x="0" y="550"/>
                        <a:pt x="85" y="1162"/>
                        <a:pt x="96" y="1693"/>
                      </a:cubicBezTo>
                      <a:cubicBezTo>
                        <a:pt x="105" y="2197"/>
                        <a:pt x="115" y="2701"/>
                        <a:pt x="124" y="3206"/>
                      </a:cubicBezTo>
                      <a:cubicBezTo>
                        <a:pt x="125" y="3269"/>
                        <a:pt x="215" y="3377"/>
                        <a:pt x="293" y="3377"/>
                      </a:cubicBezTo>
                      <a:cubicBezTo>
                        <a:pt x="314" y="3377"/>
                        <a:pt x="334" y="3369"/>
                        <a:pt x="352" y="3349"/>
                      </a:cubicBezTo>
                      <a:cubicBezTo>
                        <a:pt x="837" y="2800"/>
                        <a:pt x="1314" y="2249"/>
                        <a:pt x="1751" y="1660"/>
                      </a:cubicBezTo>
                      <a:cubicBezTo>
                        <a:pt x="1816" y="1572"/>
                        <a:pt x="1702" y="1437"/>
                        <a:pt x="1600" y="1437"/>
                      </a:cubicBezTo>
                      <a:cubicBezTo>
                        <a:pt x="1570" y="1437"/>
                        <a:pt x="1541" y="1449"/>
                        <a:pt x="1518" y="1478"/>
                      </a:cubicBezTo>
                      <a:cubicBezTo>
                        <a:pt x="1144" y="1946"/>
                        <a:pt x="768" y="2408"/>
                        <a:pt x="380" y="2862"/>
                      </a:cubicBezTo>
                      <a:lnTo>
                        <a:pt x="380" y="2862"/>
                      </a:lnTo>
                      <a:cubicBezTo>
                        <a:pt x="385" y="1932"/>
                        <a:pt x="455" y="915"/>
                        <a:pt x="219" y="44"/>
                      </a:cubicBezTo>
                      <a:cubicBezTo>
                        <a:pt x="212" y="20"/>
                        <a:pt x="192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2707988" y="1577894"/>
                  <a:ext cx="91861" cy="5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153" extrusionOk="0">
                      <a:moveTo>
                        <a:pt x="1999" y="1"/>
                      </a:moveTo>
                      <a:cubicBezTo>
                        <a:pt x="1996" y="1"/>
                        <a:pt x="1993" y="1"/>
                        <a:pt x="1990" y="2"/>
                      </a:cubicBezTo>
                      <a:cubicBezTo>
                        <a:pt x="1776" y="48"/>
                        <a:pt x="1565" y="188"/>
                        <a:pt x="1371" y="284"/>
                      </a:cubicBezTo>
                      <a:cubicBezTo>
                        <a:pt x="936" y="498"/>
                        <a:pt x="507" y="721"/>
                        <a:pt x="80" y="948"/>
                      </a:cubicBezTo>
                      <a:cubicBezTo>
                        <a:pt x="1" y="991"/>
                        <a:pt x="57" y="1152"/>
                        <a:pt x="129" y="1152"/>
                      </a:cubicBezTo>
                      <a:cubicBezTo>
                        <a:pt x="137" y="1152"/>
                        <a:pt x="146" y="1150"/>
                        <a:pt x="155" y="1146"/>
                      </a:cubicBezTo>
                      <a:cubicBezTo>
                        <a:pt x="599" y="895"/>
                        <a:pt x="1053" y="664"/>
                        <a:pt x="1497" y="415"/>
                      </a:cubicBezTo>
                      <a:cubicBezTo>
                        <a:pt x="1665" y="322"/>
                        <a:pt x="1874" y="234"/>
                        <a:pt x="2012" y="97"/>
                      </a:cubicBezTo>
                      <a:cubicBezTo>
                        <a:pt x="2033" y="75"/>
                        <a:pt x="2040" y="1"/>
                        <a:pt x="19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7" name="Google Shape;1787;p39"/>
            <p:cNvSpPr/>
            <p:nvPr/>
          </p:nvSpPr>
          <p:spPr>
            <a:xfrm>
              <a:off x="530798" y="4587045"/>
              <a:ext cx="419846" cy="227151"/>
            </a:xfrm>
            <a:custGeom>
              <a:avLst/>
              <a:gdLst/>
              <a:ahLst/>
              <a:cxnLst/>
              <a:rect l="l" t="t" r="r" b="b"/>
              <a:pathLst>
                <a:path w="5516" h="3594" extrusionOk="0">
                  <a:moveTo>
                    <a:pt x="845" y="1"/>
                  </a:moveTo>
                  <a:cubicBezTo>
                    <a:pt x="839" y="1"/>
                    <a:pt x="832" y="4"/>
                    <a:pt x="824" y="13"/>
                  </a:cubicBezTo>
                  <a:cubicBezTo>
                    <a:pt x="1" y="956"/>
                    <a:pt x="643" y="2582"/>
                    <a:pt x="1600" y="3159"/>
                  </a:cubicBezTo>
                  <a:cubicBezTo>
                    <a:pt x="2042" y="3425"/>
                    <a:pt x="2647" y="3593"/>
                    <a:pt x="3238" y="3593"/>
                  </a:cubicBezTo>
                  <a:cubicBezTo>
                    <a:pt x="3970" y="3593"/>
                    <a:pt x="4680" y="3335"/>
                    <a:pt x="5036" y="2684"/>
                  </a:cubicBezTo>
                  <a:cubicBezTo>
                    <a:pt x="5515" y="1808"/>
                    <a:pt x="4860" y="662"/>
                    <a:pt x="3905" y="662"/>
                  </a:cubicBezTo>
                  <a:cubicBezTo>
                    <a:pt x="3799" y="662"/>
                    <a:pt x="3689" y="676"/>
                    <a:pt x="3576" y="707"/>
                  </a:cubicBezTo>
                  <a:cubicBezTo>
                    <a:pt x="2331" y="1043"/>
                    <a:pt x="2730" y="2643"/>
                    <a:pt x="3503" y="2643"/>
                  </a:cubicBezTo>
                  <a:cubicBezTo>
                    <a:pt x="3621" y="2643"/>
                    <a:pt x="3747" y="2606"/>
                    <a:pt x="3878" y="2521"/>
                  </a:cubicBezTo>
                  <a:cubicBezTo>
                    <a:pt x="3934" y="2484"/>
                    <a:pt x="3901" y="2359"/>
                    <a:pt x="3832" y="2359"/>
                  </a:cubicBezTo>
                  <a:cubicBezTo>
                    <a:pt x="3830" y="2359"/>
                    <a:pt x="3828" y="2359"/>
                    <a:pt x="3827" y="2359"/>
                  </a:cubicBezTo>
                  <a:cubicBezTo>
                    <a:pt x="2994" y="1721"/>
                    <a:pt x="2967" y="1269"/>
                    <a:pt x="3746" y="1006"/>
                  </a:cubicBezTo>
                  <a:lnTo>
                    <a:pt x="3746" y="1006"/>
                  </a:lnTo>
                  <a:cubicBezTo>
                    <a:pt x="4493" y="1009"/>
                    <a:pt x="4867" y="1330"/>
                    <a:pt x="4871" y="1971"/>
                  </a:cubicBezTo>
                  <a:cubicBezTo>
                    <a:pt x="4871" y="2324"/>
                    <a:pt x="4689" y="2646"/>
                    <a:pt x="4419" y="2867"/>
                  </a:cubicBezTo>
                  <a:cubicBezTo>
                    <a:pt x="4057" y="3164"/>
                    <a:pt x="3599" y="3279"/>
                    <a:pt x="3141" y="3279"/>
                  </a:cubicBezTo>
                  <a:cubicBezTo>
                    <a:pt x="2996" y="3279"/>
                    <a:pt x="2850" y="3267"/>
                    <a:pt x="2708" y="3246"/>
                  </a:cubicBezTo>
                  <a:cubicBezTo>
                    <a:pt x="1165" y="3017"/>
                    <a:pt x="293" y="1551"/>
                    <a:pt x="882" y="96"/>
                  </a:cubicBezTo>
                  <a:cubicBezTo>
                    <a:pt x="892" y="72"/>
                    <a:pt x="874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441130" y="4649747"/>
              <a:ext cx="294638" cy="280747"/>
            </a:xfrm>
            <a:custGeom>
              <a:avLst/>
              <a:gdLst/>
              <a:ahLst/>
              <a:cxnLst/>
              <a:rect l="l" t="t" r="r" b="b"/>
              <a:pathLst>
                <a:path w="3871" h="4442" extrusionOk="0">
                  <a:moveTo>
                    <a:pt x="958" y="0"/>
                  </a:moveTo>
                  <a:cubicBezTo>
                    <a:pt x="953" y="0"/>
                    <a:pt x="947" y="1"/>
                    <a:pt x="941" y="4"/>
                  </a:cubicBezTo>
                  <a:cubicBezTo>
                    <a:pt x="0" y="409"/>
                    <a:pt x="299" y="2448"/>
                    <a:pt x="707" y="3131"/>
                  </a:cubicBezTo>
                  <a:cubicBezTo>
                    <a:pt x="1156" y="3886"/>
                    <a:pt x="2056" y="4441"/>
                    <a:pt x="2947" y="4441"/>
                  </a:cubicBezTo>
                  <a:cubicBezTo>
                    <a:pt x="3222" y="4441"/>
                    <a:pt x="3497" y="4388"/>
                    <a:pt x="3757" y="4271"/>
                  </a:cubicBezTo>
                  <a:cubicBezTo>
                    <a:pt x="3871" y="4219"/>
                    <a:pt x="3743" y="4037"/>
                    <a:pt x="3647" y="4037"/>
                  </a:cubicBezTo>
                  <a:cubicBezTo>
                    <a:pt x="3645" y="4037"/>
                    <a:pt x="3642" y="4037"/>
                    <a:pt x="3639" y="4038"/>
                  </a:cubicBezTo>
                  <a:cubicBezTo>
                    <a:pt x="3498" y="4055"/>
                    <a:pt x="3359" y="4063"/>
                    <a:pt x="3221" y="4063"/>
                  </a:cubicBezTo>
                  <a:cubicBezTo>
                    <a:pt x="2054" y="4063"/>
                    <a:pt x="1017" y="3453"/>
                    <a:pt x="764" y="2198"/>
                  </a:cubicBezTo>
                  <a:cubicBezTo>
                    <a:pt x="615" y="1458"/>
                    <a:pt x="753" y="796"/>
                    <a:pt x="1005" y="102"/>
                  </a:cubicBezTo>
                  <a:cubicBezTo>
                    <a:pt x="1018" y="69"/>
                    <a:pt x="998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9" name="Google Shape;1789;p39"/>
          <p:cNvSpPr/>
          <p:nvPr/>
        </p:nvSpPr>
        <p:spPr>
          <a:xfrm>
            <a:off x="347113" y="3430428"/>
            <a:ext cx="171075" cy="16912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9"/>
          <p:cNvSpPr/>
          <p:nvPr/>
        </p:nvSpPr>
        <p:spPr>
          <a:xfrm rot="10800000">
            <a:off x="8665675" y="161687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362925" y="1328808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8579172" y="1576308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9"/>
          <p:cNvGrpSpPr/>
          <p:nvPr/>
        </p:nvGrpSpPr>
        <p:grpSpPr>
          <a:xfrm>
            <a:off x="7682691" y="326616"/>
            <a:ext cx="1165712" cy="731889"/>
            <a:chOff x="6925510" y="205316"/>
            <a:chExt cx="905688" cy="530354"/>
          </a:xfrm>
        </p:grpSpPr>
        <p:sp>
          <p:nvSpPr>
            <p:cNvPr id="1794" name="Google Shape;1794;p39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9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0" name="Google Shape;1800;p39"/>
          <p:cNvSpPr/>
          <p:nvPr/>
        </p:nvSpPr>
        <p:spPr>
          <a:xfrm>
            <a:off x="7167165" y="3185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713218" y="232634"/>
            <a:ext cx="1214145" cy="735845"/>
            <a:chOff x="478326" y="2825649"/>
            <a:chExt cx="1012293" cy="613511"/>
          </a:xfrm>
        </p:grpSpPr>
        <p:sp>
          <p:nvSpPr>
            <p:cNvPr id="1802" name="Google Shape;1802;p39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9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9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3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0" name="Google Shape;1810;p39"/>
          <p:cNvGrpSpPr/>
          <p:nvPr/>
        </p:nvGrpSpPr>
        <p:grpSpPr>
          <a:xfrm>
            <a:off x="7341819" y="2878537"/>
            <a:ext cx="1176151" cy="2014722"/>
            <a:chOff x="7341819" y="2878537"/>
            <a:chExt cx="1176151" cy="2014722"/>
          </a:xfrm>
        </p:grpSpPr>
        <p:sp>
          <p:nvSpPr>
            <p:cNvPr id="1811" name="Google Shape;1811;p39"/>
            <p:cNvSpPr/>
            <p:nvPr/>
          </p:nvSpPr>
          <p:spPr>
            <a:xfrm rot="373081">
              <a:off x="7438117" y="4174411"/>
              <a:ext cx="716070" cy="682076"/>
            </a:xfrm>
            <a:custGeom>
              <a:avLst/>
              <a:gdLst/>
              <a:ahLst/>
              <a:cxnLst/>
              <a:rect l="l" t="t" r="r" b="b"/>
              <a:pathLst>
                <a:path w="6888" h="6561" extrusionOk="0">
                  <a:moveTo>
                    <a:pt x="1992" y="1"/>
                  </a:moveTo>
                  <a:cubicBezTo>
                    <a:pt x="1617" y="1"/>
                    <a:pt x="1258" y="1"/>
                    <a:pt x="958" y="31"/>
                  </a:cubicBezTo>
                  <a:lnTo>
                    <a:pt x="824" y="31"/>
                  </a:lnTo>
                  <a:cubicBezTo>
                    <a:pt x="315" y="61"/>
                    <a:pt x="0" y="136"/>
                    <a:pt x="15" y="255"/>
                  </a:cubicBezTo>
                  <a:cubicBezTo>
                    <a:pt x="15" y="255"/>
                    <a:pt x="719" y="6154"/>
                    <a:pt x="1228" y="6259"/>
                  </a:cubicBezTo>
                  <a:cubicBezTo>
                    <a:pt x="1541" y="6335"/>
                    <a:pt x="3004" y="6560"/>
                    <a:pt x="4136" y="6560"/>
                  </a:cubicBezTo>
                  <a:cubicBezTo>
                    <a:pt x="4792" y="6560"/>
                    <a:pt x="5337" y="6484"/>
                    <a:pt x="5480" y="6259"/>
                  </a:cubicBezTo>
                  <a:cubicBezTo>
                    <a:pt x="5884" y="5660"/>
                    <a:pt x="6887" y="390"/>
                    <a:pt x="6768" y="255"/>
                  </a:cubicBezTo>
                  <a:cubicBezTo>
                    <a:pt x="6738" y="196"/>
                    <a:pt x="5675" y="106"/>
                    <a:pt x="4402" y="46"/>
                  </a:cubicBezTo>
                  <a:lnTo>
                    <a:pt x="4267" y="46"/>
                  </a:lnTo>
                  <a:cubicBezTo>
                    <a:pt x="3564" y="16"/>
                    <a:pt x="2800" y="1"/>
                    <a:pt x="2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9"/>
            <p:cNvSpPr/>
            <p:nvPr/>
          </p:nvSpPr>
          <p:spPr>
            <a:xfrm rot="373081">
              <a:off x="7465266" y="2982328"/>
              <a:ext cx="90029" cy="69133"/>
            </a:xfrm>
            <a:custGeom>
              <a:avLst/>
              <a:gdLst/>
              <a:ahLst/>
              <a:cxnLst/>
              <a:rect l="l" t="t" r="r" b="b"/>
              <a:pathLst>
                <a:path w="866" h="665" extrusionOk="0">
                  <a:moveTo>
                    <a:pt x="650" y="0"/>
                  </a:moveTo>
                  <a:cubicBezTo>
                    <a:pt x="641" y="0"/>
                    <a:pt x="633" y="2"/>
                    <a:pt x="626" y="6"/>
                  </a:cubicBezTo>
                  <a:cubicBezTo>
                    <a:pt x="581" y="6"/>
                    <a:pt x="566" y="51"/>
                    <a:pt x="581" y="81"/>
                  </a:cubicBezTo>
                  <a:lnTo>
                    <a:pt x="685" y="530"/>
                  </a:lnTo>
                  <a:lnTo>
                    <a:pt x="72" y="530"/>
                  </a:lnTo>
                  <a:cubicBezTo>
                    <a:pt x="68" y="529"/>
                    <a:pt x="65" y="529"/>
                    <a:pt x="61" y="529"/>
                  </a:cubicBezTo>
                  <a:cubicBezTo>
                    <a:pt x="0" y="529"/>
                    <a:pt x="0" y="651"/>
                    <a:pt x="61" y="651"/>
                  </a:cubicBezTo>
                  <a:cubicBezTo>
                    <a:pt x="65" y="651"/>
                    <a:pt x="68" y="650"/>
                    <a:pt x="72" y="650"/>
                  </a:cubicBezTo>
                  <a:lnTo>
                    <a:pt x="72" y="665"/>
                  </a:lnTo>
                  <a:lnTo>
                    <a:pt x="865" y="665"/>
                  </a:lnTo>
                  <a:lnTo>
                    <a:pt x="700" y="51"/>
                  </a:lnTo>
                  <a:cubicBezTo>
                    <a:pt x="700" y="17"/>
                    <a:pt x="675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 rot="373081">
              <a:off x="7406876" y="2931485"/>
              <a:ext cx="1046036" cy="1258113"/>
            </a:xfrm>
            <a:custGeom>
              <a:avLst/>
              <a:gdLst/>
              <a:ahLst/>
              <a:cxnLst/>
              <a:rect l="l" t="t" r="r" b="b"/>
              <a:pathLst>
                <a:path w="10062" h="12102" extrusionOk="0">
                  <a:moveTo>
                    <a:pt x="8935" y="4565"/>
                  </a:moveTo>
                  <a:cubicBezTo>
                    <a:pt x="9035" y="4565"/>
                    <a:pt x="9133" y="4582"/>
                    <a:pt x="9223" y="4616"/>
                  </a:cubicBezTo>
                  <a:cubicBezTo>
                    <a:pt x="7966" y="4781"/>
                    <a:pt x="5989" y="7371"/>
                    <a:pt x="5615" y="7865"/>
                  </a:cubicBezTo>
                  <a:cubicBezTo>
                    <a:pt x="5600" y="7715"/>
                    <a:pt x="5585" y="7565"/>
                    <a:pt x="5570" y="7416"/>
                  </a:cubicBezTo>
                  <a:lnTo>
                    <a:pt x="5585" y="7401"/>
                  </a:lnTo>
                  <a:cubicBezTo>
                    <a:pt x="5600" y="7371"/>
                    <a:pt x="7546" y="4721"/>
                    <a:pt x="8834" y="4571"/>
                  </a:cubicBezTo>
                  <a:cubicBezTo>
                    <a:pt x="8868" y="4567"/>
                    <a:pt x="8901" y="4565"/>
                    <a:pt x="8935" y="4565"/>
                  </a:cubicBezTo>
                  <a:close/>
                  <a:moveTo>
                    <a:pt x="9335" y="4744"/>
                  </a:moveTo>
                  <a:cubicBezTo>
                    <a:pt x="9368" y="4744"/>
                    <a:pt x="9401" y="4746"/>
                    <a:pt x="9433" y="4751"/>
                  </a:cubicBezTo>
                  <a:cubicBezTo>
                    <a:pt x="9493" y="4811"/>
                    <a:pt x="9538" y="4870"/>
                    <a:pt x="9583" y="4930"/>
                  </a:cubicBezTo>
                  <a:cubicBezTo>
                    <a:pt x="9523" y="6053"/>
                    <a:pt x="6154" y="7955"/>
                    <a:pt x="5645" y="8254"/>
                  </a:cubicBezTo>
                  <a:cubicBezTo>
                    <a:pt x="5645" y="8179"/>
                    <a:pt x="5645" y="8119"/>
                    <a:pt x="5630" y="8044"/>
                  </a:cubicBezTo>
                  <a:cubicBezTo>
                    <a:pt x="5645" y="8044"/>
                    <a:pt x="5660" y="8030"/>
                    <a:pt x="5675" y="8030"/>
                  </a:cubicBezTo>
                  <a:cubicBezTo>
                    <a:pt x="5690" y="7986"/>
                    <a:pt x="8064" y="4744"/>
                    <a:pt x="9335" y="4744"/>
                  </a:cubicBezTo>
                  <a:close/>
                  <a:moveTo>
                    <a:pt x="9702" y="5095"/>
                  </a:moveTo>
                  <a:cubicBezTo>
                    <a:pt x="9747" y="5215"/>
                    <a:pt x="9762" y="5365"/>
                    <a:pt x="9732" y="5499"/>
                  </a:cubicBezTo>
                  <a:cubicBezTo>
                    <a:pt x="9687" y="5874"/>
                    <a:pt x="9388" y="6248"/>
                    <a:pt x="8984" y="6622"/>
                  </a:cubicBezTo>
                  <a:cubicBezTo>
                    <a:pt x="7936" y="7595"/>
                    <a:pt x="6094" y="8494"/>
                    <a:pt x="5690" y="8673"/>
                  </a:cubicBezTo>
                  <a:cubicBezTo>
                    <a:pt x="5690" y="8583"/>
                    <a:pt x="5675" y="8494"/>
                    <a:pt x="5660" y="8389"/>
                  </a:cubicBezTo>
                  <a:cubicBezTo>
                    <a:pt x="5930" y="8239"/>
                    <a:pt x="9328" y="6353"/>
                    <a:pt x="9702" y="5095"/>
                  </a:cubicBezTo>
                  <a:close/>
                  <a:moveTo>
                    <a:pt x="3482" y="1"/>
                  </a:moveTo>
                  <a:cubicBezTo>
                    <a:pt x="3475" y="1"/>
                    <a:pt x="3467" y="2"/>
                    <a:pt x="3459" y="5"/>
                  </a:cubicBezTo>
                  <a:cubicBezTo>
                    <a:pt x="3429" y="5"/>
                    <a:pt x="3399" y="35"/>
                    <a:pt x="3414" y="80"/>
                  </a:cubicBezTo>
                  <a:lnTo>
                    <a:pt x="3579" y="1158"/>
                  </a:lnTo>
                  <a:cubicBezTo>
                    <a:pt x="3459" y="1038"/>
                    <a:pt x="3324" y="948"/>
                    <a:pt x="3175" y="858"/>
                  </a:cubicBezTo>
                  <a:cubicBezTo>
                    <a:pt x="3055" y="798"/>
                    <a:pt x="2920" y="753"/>
                    <a:pt x="2785" y="723"/>
                  </a:cubicBezTo>
                  <a:lnTo>
                    <a:pt x="2681" y="259"/>
                  </a:lnTo>
                  <a:cubicBezTo>
                    <a:pt x="2681" y="214"/>
                    <a:pt x="2636" y="199"/>
                    <a:pt x="2606" y="199"/>
                  </a:cubicBezTo>
                  <a:cubicBezTo>
                    <a:pt x="2576" y="214"/>
                    <a:pt x="2546" y="244"/>
                    <a:pt x="2546" y="274"/>
                  </a:cubicBezTo>
                  <a:lnTo>
                    <a:pt x="2636" y="708"/>
                  </a:lnTo>
                  <a:cubicBezTo>
                    <a:pt x="2589" y="705"/>
                    <a:pt x="2541" y="703"/>
                    <a:pt x="2494" y="703"/>
                  </a:cubicBezTo>
                  <a:cubicBezTo>
                    <a:pt x="2168" y="703"/>
                    <a:pt x="1846" y="793"/>
                    <a:pt x="1558" y="963"/>
                  </a:cubicBezTo>
                  <a:cubicBezTo>
                    <a:pt x="884" y="1322"/>
                    <a:pt x="630" y="2325"/>
                    <a:pt x="600" y="3583"/>
                  </a:cubicBezTo>
                  <a:lnTo>
                    <a:pt x="420" y="3418"/>
                  </a:lnTo>
                  <a:cubicBezTo>
                    <a:pt x="405" y="3403"/>
                    <a:pt x="386" y="3396"/>
                    <a:pt x="368" y="3396"/>
                  </a:cubicBezTo>
                  <a:cubicBezTo>
                    <a:pt x="349" y="3396"/>
                    <a:pt x="330" y="3403"/>
                    <a:pt x="315" y="3418"/>
                  </a:cubicBezTo>
                  <a:cubicBezTo>
                    <a:pt x="300" y="3448"/>
                    <a:pt x="300" y="3493"/>
                    <a:pt x="315" y="3508"/>
                  </a:cubicBezTo>
                  <a:lnTo>
                    <a:pt x="585" y="3748"/>
                  </a:lnTo>
                  <a:cubicBezTo>
                    <a:pt x="585" y="4182"/>
                    <a:pt x="615" y="4661"/>
                    <a:pt x="660" y="5140"/>
                  </a:cubicBezTo>
                  <a:lnTo>
                    <a:pt x="121" y="4766"/>
                  </a:lnTo>
                  <a:cubicBezTo>
                    <a:pt x="108" y="4759"/>
                    <a:pt x="93" y="4756"/>
                    <a:pt x="78" y="4756"/>
                  </a:cubicBezTo>
                  <a:cubicBezTo>
                    <a:pt x="56" y="4756"/>
                    <a:pt x="33" y="4763"/>
                    <a:pt x="16" y="4781"/>
                  </a:cubicBezTo>
                  <a:cubicBezTo>
                    <a:pt x="1" y="4811"/>
                    <a:pt x="16" y="4856"/>
                    <a:pt x="46" y="4885"/>
                  </a:cubicBezTo>
                  <a:lnTo>
                    <a:pt x="555" y="5230"/>
                  </a:lnTo>
                  <a:lnTo>
                    <a:pt x="31" y="5933"/>
                  </a:lnTo>
                  <a:cubicBezTo>
                    <a:pt x="1" y="5963"/>
                    <a:pt x="16" y="6008"/>
                    <a:pt x="31" y="6023"/>
                  </a:cubicBezTo>
                  <a:cubicBezTo>
                    <a:pt x="46" y="6038"/>
                    <a:pt x="61" y="6038"/>
                    <a:pt x="76" y="6038"/>
                  </a:cubicBezTo>
                  <a:cubicBezTo>
                    <a:pt x="106" y="6038"/>
                    <a:pt x="121" y="6023"/>
                    <a:pt x="135" y="6008"/>
                  </a:cubicBezTo>
                  <a:lnTo>
                    <a:pt x="674" y="5290"/>
                  </a:lnTo>
                  <a:cubicBezTo>
                    <a:pt x="764" y="6203"/>
                    <a:pt x="914" y="7146"/>
                    <a:pt x="1094" y="8000"/>
                  </a:cubicBezTo>
                  <a:cubicBezTo>
                    <a:pt x="1079" y="8000"/>
                    <a:pt x="1064" y="8015"/>
                    <a:pt x="1064" y="8015"/>
                  </a:cubicBezTo>
                  <a:lnTo>
                    <a:pt x="734" y="8404"/>
                  </a:lnTo>
                  <a:cubicBezTo>
                    <a:pt x="689" y="8449"/>
                    <a:pt x="719" y="8524"/>
                    <a:pt x="779" y="8524"/>
                  </a:cubicBezTo>
                  <a:cubicBezTo>
                    <a:pt x="794" y="8524"/>
                    <a:pt x="824" y="8509"/>
                    <a:pt x="839" y="8494"/>
                  </a:cubicBezTo>
                  <a:lnTo>
                    <a:pt x="1124" y="8149"/>
                  </a:lnTo>
                  <a:cubicBezTo>
                    <a:pt x="1273" y="8898"/>
                    <a:pt x="1438" y="9572"/>
                    <a:pt x="1558" y="10096"/>
                  </a:cubicBezTo>
                  <a:cubicBezTo>
                    <a:pt x="1797" y="11009"/>
                    <a:pt x="1992" y="11698"/>
                    <a:pt x="2127" y="12072"/>
                  </a:cubicBezTo>
                  <a:lnTo>
                    <a:pt x="2276" y="12072"/>
                  </a:lnTo>
                  <a:cubicBezTo>
                    <a:pt x="1737" y="10350"/>
                    <a:pt x="704" y="6428"/>
                    <a:pt x="719" y="3718"/>
                  </a:cubicBezTo>
                  <a:cubicBezTo>
                    <a:pt x="719" y="3254"/>
                    <a:pt x="764" y="2804"/>
                    <a:pt x="854" y="2355"/>
                  </a:cubicBezTo>
                  <a:cubicBezTo>
                    <a:pt x="929" y="1936"/>
                    <a:pt x="1124" y="1547"/>
                    <a:pt x="1408" y="1247"/>
                  </a:cubicBezTo>
                  <a:lnTo>
                    <a:pt x="1408" y="1247"/>
                  </a:lnTo>
                  <a:cubicBezTo>
                    <a:pt x="1124" y="2295"/>
                    <a:pt x="1902" y="5754"/>
                    <a:pt x="3190" y="11593"/>
                  </a:cubicBezTo>
                  <a:lnTo>
                    <a:pt x="3295" y="12057"/>
                  </a:lnTo>
                  <a:lnTo>
                    <a:pt x="3429" y="12057"/>
                  </a:lnTo>
                  <a:lnTo>
                    <a:pt x="3324" y="11563"/>
                  </a:lnTo>
                  <a:cubicBezTo>
                    <a:pt x="2875" y="9557"/>
                    <a:pt x="2486" y="7775"/>
                    <a:pt x="2172" y="6278"/>
                  </a:cubicBezTo>
                  <a:lnTo>
                    <a:pt x="2187" y="6278"/>
                  </a:lnTo>
                  <a:lnTo>
                    <a:pt x="2636" y="6218"/>
                  </a:lnTo>
                  <a:cubicBezTo>
                    <a:pt x="2666" y="6218"/>
                    <a:pt x="2696" y="6188"/>
                    <a:pt x="2696" y="6158"/>
                  </a:cubicBezTo>
                  <a:cubicBezTo>
                    <a:pt x="2683" y="6121"/>
                    <a:pt x="2661" y="6094"/>
                    <a:pt x="2637" y="6094"/>
                  </a:cubicBezTo>
                  <a:cubicBezTo>
                    <a:pt x="2631" y="6094"/>
                    <a:pt x="2626" y="6096"/>
                    <a:pt x="2621" y="6098"/>
                  </a:cubicBezTo>
                  <a:lnTo>
                    <a:pt x="2172" y="6143"/>
                  </a:lnTo>
                  <a:cubicBezTo>
                    <a:pt x="2172" y="6143"/>
                    <a:pt x="2157" y="6143"/>
                    <a:pt x="2142" y="6158"/>
                  </a:cubicBezTo>
                  <a:cubicBezTo>
                    <a:pt x="1977" y="5305"/>
                    <a:pt x="1827" y="4556"/>
                    <a:pt x="1722" y="3912"/>
                  </a:cubicBezTo>
                  <a:lnTo>
                    <a:pt x="2082" y="3029"/>
                  </a:lnTo>
                  <a:cubicBezTo>
                    <a:pt x="2112" y="2978"/>
                    <a:pt x="2054" y="2935"/>
                    <a:pt x="2008" y="2935"/>
                  </a:cubicBezTo>
                  <a:cubicBezTo>
                    <a:pt x="1986" y="2935"/>
                    <a:pt x="1967" y="2945"/>
                    <a:pt x="1962" y="2969"/>
                  </a:cubicBezTo>
                  <a:lnTo>
                    <a:pt x="1678" y="3658"/>
                  </a:lnTo>
                  <a:cubicBezTo>
                    <a:pt x="1453" y="2235"/>
                    <a:pt x="1408" y="1352"/>
                    <a:pt x="1633" y="1098"/>
                  </a:cubicBezTo>
                  <a:cubicBezTo>
                    <a:pt x="1782" y="1008"/>
                    <a:pt x="1947" y="948"/>
                    <a:pt x="2127" y="903"/>
                  </a:cubicBezTo>
                  <a:cubicBezTo>
                    <a:pt x="2127" y="918"/>
                    <a:pt x="2142" y="933"/>
                    <a:pt x="2172" y="933"/>
                  </a:cubicBezTo>
                  <a:cubicBezTo>
                    <a:pt x="2771" y="1098"/>
                    <a:pt x="3953" y="3313"/>
                    <a:pt x="4537" y="10620"/>
                  </a:cubicBezTo>
                  <a:cubicBezTo>
                    <a:pt x="4552" y="10665"/>
                    <a:pt x="4582" y="10694"/>
                    <a:pt x="4612" y="10694"/>
                  </a:cubicBezTo>
                  <a:cubicBezTo>
                    <a:pt x="4642" y="10679"/>
                    <a:pt x="4672" y="10650"/>
                    <a:pt x="4672" y="10620"/>
                  </a:cubicBezTo>
                  <a:cubicBezTo>
                    <a:pt x="4507" y="8539"/>
                    <a:pt x="4283" y="6847"/>
                    <a:pt x="4043" y="5484"/>
                  </a:cubicBezTo>
                  <a:cubicBezTo>
                    <a:pt x="4058" y="5484"/>
                    <a:pt x="4073" y="5469"/>
                    <a:pt x="4088" y="5454"/>
                  </a:cubicBezTo>
                  <a:cubicBezTo>
                    <a:pt x="4118" y="5424"/>
                    <a:pt x="4447" y="5095"/>
                    <a:pt x="4657" y="4900"/>
                  </a:cubicBezTo>
                  <a:cubicBezTo>
                    <a:pt x="4687" y="4870"/>
                    <a:pt x="4687" y="4826"/>
                    <a:pt x="4657" y="4796"/>
                  </a:cubicBezTo>
                  <a:cubicBezTo>
                    <a:pt x="4642" y="4781"/>
                    <a:pt x="4623" y="4773"/>
                    <a:pt x="4605" y="4773"/>
                  </a:cubicBezTo>
                  <a:cubicBezTo>
                    <a:pt x="4586" y="4773"/>
                    <a:pt x="4567" y="4781"/>
                    <a:pt x="4552" y="4796"/>
                  </a:cubicBezTo>
                  <a:cubicBezTo>
                    <a:pt x="4477" y="4870"/>
                    <a:pt x="4118" y="5230"/>
                    <a:pt x="4013" y="5350"/>
                  </a:cubicBezTo>
                  <a:cubicBezTo>
                    <a:pt x="3489" y="2505"/>
                    <a:pt x="2845" y="1158"/>
                    <a:pt x="2321" y="858"/>
                  </a:cubicBezTo>
                  <a:cubicBezTo>
                    <a:pt x="2375" y="852"/>
                    <a:pt x="2430" y="849"/>
                    <a:pt x="2484" y="849"/>
                  </a:cubicBezTo>
                  <a:cubicBezTo>
                    <a:pt x="2703" y="849"/>
                    <a:pt x="2923" y="897"/>
                    <a:pt x="3115" y="993"/>
                  </a:cubicBezTo>
                  <a:cubicBezTo>
                    <a:pt x="3474" y="1187"/>
                    <a:pt x="3893" y="1607"/>
                    <a:pt x="4298" y="2460"/>
                  </a:cubicBezTo>
                  <a:cubicBezTo>
                    <a:pt x="4298" y="2460"/>
                    <a:pt x="4298" y="2475"/>
                    <a:pt x="4313" y="2490"/>
                  </a:cubicBezTo>
                  <a:cubicBezTo>
                    <a:pt x="4732" y="3388"/>
                    <a:pt x="5106" y="4781"/>
                    <a:pt x="5376" y="6922"/>
                  </a:cubicBezTo>
                  <a:cubicBezTo>
                    <a:pt x="5585" y="8643"/>
                    <a:pt x="5660" y="10380"/>
                    <a:pt x="5555" y="12102"/>
                  </a:cubicBezTo>
                  <a:lnTo>
                    <a:pt x="5690" y="12102"/>
                  </a:lnTo>
                  <a:cubicBezTo>
                    <a:pt x="5765" y="11024"/>
                    <a:pt x="5750" y="9931"/>
                    <a:pt x="5675" y="8838"/>
                  </a:cubicBezTo>
                  <a:cubicBezTo>
                    <a:pt x="5989" y="8688"/>
                    <a:pt x="7891" y="7805"/>
                    <a:pt x="9029" y="6772"/>
                  </a:cubicBezTo>
                  <a:lnTo>
                    <a:pt x="9493" y="7161"/>
                  </a:lnTo>
                  <a:cubicBezTo>
                    <a:pt x="9508" y="7176"/>
                    <a:pt x="9526" y="7184"/>
                    <a:pt x="9543" y="7184"/>
                  </a:cubicBezTo>
                  <a:cubicBezTo>
                    <a:pt x="9560" y="7184"/>
                    <a:pt x="9575" y="7176"/>
                    <a:pt x="9583" y="7161"/>
                  </a:cubicBezTo>
                  <a:cubicBezTo>
                    <a:pt x="9613" y="7146"/>
                    <a:pt x="9613" y="7101"/>
                    <a:pt x="9583" y="7071"/>
                  </a:cubicBezTo>
                  <a:lnTo>
                    <a:pt x="9133" y="6682"/>
                  </a:lnTo>
                  <a:cubicBezTo>
                    <a:pt x="9538" y="6308"/>
                    <a:pt x="9822" y="5904"/>
                    <a:pt x="9867" y="5529"/>
                  </a:cubicBezTo>
                  <a:cubicBezTo>
                    <a:pt x="9912" y="5320"/>
                    <a:pt x="9852" y="5110"/>
                    <a:pt x="9747" y="4930"/>
                  </a:cubicBezTo>
                  <a:lnTo>
                    <a:pt x="10032" y="4556"/>
                  </a:lnTo>
                  <a:cubicBezTo>
                    <a:pt x="10062" y="4526"/>
                    <a:pt x="10047" y="4481"/>
                    <a:pt x="10017" y="4466"/>
                  </a:cubicBezTo>
                  <a:cubicBezTo>
                    <a:pt x="10009" y="4451"/>
                    <a:pt x="9994" y="4444"/>
                    <a:pt x="9978" y="4444"/>
                  </a:cubicBezTo>
                  <a:cubicBezTo>
                    <a:pt x="9961" y="4444"/>
                    <a:pt x="9942" y="4451"/>
                    <a:pt x="9927" y="4466"/>
                  </a:cubicBezTo>
                  <a:lnTo>
                    <a:pt x="9658" y="4796"/>
                  </a:lnTo>
                  <a:cubicBezTo>
                    <a:pt x="9613" y="4736"/>
                    <a:pt x="9553" y="4691"/>
                    <a:pt x="9508" y="4631"/>
                  </a:cubicBezTo>
                  <a:cubicBezTo>
                    <a:pt x="9342" y="4503"/>
                    <a:pt x="9132" y="4430"/>
                    <a:pt x="8925" y="4430"/>
                  </a:cubicBezTo>
                  <a:cubicBezTo>
                    <a:pt x="8889" y="4430"/>
                    <a:pt x="8854" y="4432"/>
                    <a:pt x="8819" y="4436"/>
                  </a:cubicBezTo>
                  <a:cubicBezTo>
                    <a:pt x="8445" y="4511"/>
                    <a:pt x="8100" y="4661"/>
                    <a:pt x="7801" y="4900"/>
                  </a:cubicBezTo>
                  <a:lnTo>
                    <a:pt x="8011" y="4317"/>
                  </a:lnTo>
                  <a:cubicBezTo>
                    <a:pt x="8030" y="4269"/>
                    <a:pt x="7976" y="4233"/>
                    <a:pt x="7930" y="4233"/>
                  </a:cubicBezTo>
                  <a:cubicBezTo>
                    <a:pt x="7904" y="4233"/>
                    <a:pt x="7881" y="4245"/>
                    <a:pt x="7876" y="4272"/>
                  </a:cubicBezTo>
                  <a:lnTo>
                    <a:pt x="7711" y="4721"/>
                  </a:lnTo>
                  <a:lnTo>
                    <a:pt x="7307" y="4511"/>
                  </a:lnTo>
                  <a:cubicBezTo>
                    <a:pt x="7299" y="4507"/>
                    <a:pt x="7290" y="4505"/>
                    <a:pt x="7281" y="4505"/>
                  </a:cubicBezTo>
                  <a:cubicBezTo>
                    <a:pt x="7255" y="4505"/>
                    <a:pt x="7228" y="4519"/>
                    <a:pt x="7217" y="4541"/>
                  </a:cubicBezTo>
                  <a:cubicBezTo>
                    <a:pt x="7202" y="4571"/>
                    <a:pt x="7217" y="4616"/>
                    <a:pt x="7247" y="4631"/>
                  </a:cubicBezTo>
                  <a:lnTo>
                    <a:pt x="7771" y="4915"/>
                  </a:lnTo>
                  <a:cubicBezTo>
                    <a:pt x="6798" y="5604"/>
                    <a:pt x="5825" y="6847"/>
                    <a:pt x="5555" y="7221"/>
                  </a:cubicBezTo>
                  <a:cubicBezTo>
                    <a:pt x="5540" y="7101"/>
                    <a:pt x="5525" y="6996"/>
                    <a:pt x="5510" y="6892"/>
                  </a:cubicBezTo>
                  <a:cubicBezTo>
                    <a:pt x="5480" y="6607"/>
                    <a:pt x="5435" y="6323"/>
                    <a:pt x="5391" y="6023"/>
                  </a:cubicBezTo>
                  <a:lnTo>
                    <a:pt x="5391" y="6023"/>
                  </a:lnTo>
                  <a:cubicBezTo>
                    <a:pt x="5406" y="6038"/>
                    <a:pt x="5421" y="6038"/>
                    <a:pt x="5421" y="6038"/>
                  </a:cubicBezTo>
                  <a:lnTo>
                    <a:pt x="5450" y="6038"/>
                  </a:lnTo>
                  <a:lnTo>
                    <a:pt x="5810" y="5874"/>
                  </a:lnTo>
                  <a:cubicBezTo>
                    <a:pt x="5876" y="5847"/>
                    <a:pt x="5848" y="5749"/>
                    <a:pt x="5778" y="5749"/>
                  </a:cubicBezTo>
                  <a:cubicBezTo>
                    <a:pt x="5769" y="5749"/>
                    <a:pt x="5760" y="5751"/>
                    <a:pt x="5750" y="5754"/>
                  </a:cubicBezTo>
                  <a:lnTo>
                    <a:pt x="5391" y="5918"/>
                  </a:lnTo>
                  <a:lnTo>
                    <a:pt x="5376" y="5933"/>
                  </a:lnTo>
                  <a:cubicBezTo>
                    <a:pt x="5271" y="5185"/>
                    <a:pt x="5106" y="4451"/>
                    <a:pt x="4911" y="3718"/>
                  </a:cubicBezTo>
                  <a:lnTo>
                    <a:pt x="4911" y="3718"/>
                  </a:lnTo>
                  <a:lnTo>
                    <a:pt x="5570" y="4227"/>
                  </a:lnTo>
                  <a:cubicBezTo>
                    <a:pt x="5585" y="4227"/>
                    <a:pt x="5600" y="4242"/>
                    <a:pt x="5615" y="4242"/>
                  </a:cubicBezTo>
                  <a:cubicBezTo>
                    <a:pt x="5675" y="4242"/>
                    <a:pt x="5705" y="4152"/>
                    <a:pt x="5645" y="4107"/>
                  </a:cubicBezTo>
                  <a:lnTo>
                    <a:pt x="5061" y="3673"/>
                  </a:lnTo>
                  <a:lnTo>
                    <a:pt x="5331" y="3014"/>
                  </a:lnTo>
                  <a:cubicBezTo>
                    <a:pt x="5346" y="2969"/>
                    <a:pt x="5331" y="2939"/>
                    <a:pt x="5301" y="2924"/>
                  </a:cubicBezTo>
                  <a:cubicBezTo>
                    <a:pt x="5289" y="2920"/>
                    <a:pt x="5278" y="2918"/>
                    <a:pt x="5268" y="2918"/>
                  </a:cubicBezTo>
                  <a:cubicBezTo>
                    <a:pt x="5241" y="2918"/>
                    <a:pt x="5222" y="2932"/>
                    <a:pt x="5211" y="2954"/>
                  </a:cubicBezTo>
                  <a:lnTo>
                    <a:pt x="4896" y="3703"/>
                  </a:lnTo>
                  <a:cubicBezTo>
                    <a:pt x="4777" y="3283"/>
                    <a:pt x="4627" y="2849"/>
                    <a:pt x="4447" y="2445"/>
                  </a:cubicBezTo>
                  <a:lnTo>
                    <a:pt x="4732" y="2235"/>
                  </a:lnTo>
                  <a:cubicBezTo>
                    <a:pt x="4762" y="2206"/>
                    <a:pt x="4777" y="2161"/>
                    <a:pt x="4747" y="2131"/>
                  </a:cubicBezTo>
                  <a:cubicBezTo>
                    <a:pt x="4738" y="2113"/>
                    <a:pt x="4719" y="2106"/>
                    <a:pt x="4699" y="2106"/>
                  </a:cubicBezTo>
                  <a:cubicBezTo>
                    <a:pt x="4684" y="2106"/>
                    <a:pt x="4669" y="2110"/>
                    <a:pt x="4657" y="2116"/>
                  </a:cubicBezTo>
                  <a:lnTo>
                    <a:pt x="4387" y="2325"/>
                  </a:lnTo>
                  <a:cubicBezTo>
                    <a:pt x="4208" y="1891"/>
                    <a:pt x="3923" y="1487"/>
                    <a:pt x="3594" y="1158"/>
                  </a:cubicBezTo>
                  <a:lnTo>
                    <a:pt x="4627" y="888"/>
                  </a:lnTo>
                  <a:cubicBezTo>
                    <a:pt x="4657" y="888"/>
                    <a:pt x="4687" y="843"/>
                    <a:pt x="4672" y="813"/>
                  </a:cubicBezTo>
                  <a:cubicBezTo>
                    <a:pt x="4661" y="779"/>
                    <a:pt x="4641" y="763"/>
                    <a:pt x="4613" y="763"/>
                  </a:cubicBezTo>
                  <a:cubicBezTo>
                    <a:pt x="4604" y="763"/>
                    <a:pt x="4593" y="765"/>
                    <a:pt x="4582" y="768"/>
                  </a:cubicBezTo>
                  <a:lnTo>
                    <a:pt x="3699" y="993"/>
                  </a:lnTo>
                  <a:lnTo>
                    <a:pt x="3534" y="50"/>
                  </a:lnTo>
                  <a:cubicBezTo>
                    <a:pt x="3534" y="25"/>
                    <a:pt x="3514" y="1"/>
                    <a:pt x="3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1"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9"/>
          <p:cNvSpPr txBox="1">
            <a:spLocks noGrp="1"/>
          </p:cNvSpPr>
          <p:nvPr>
            <p:ph type="subTitle" idx="1"/>
          </p:nvPr>
        </p:nvSpPr>
        <p:spPr>
          <a:xfrm>
            <a:off x="726625" y="1424150"/>
            <a:ext cx="3954900" cy="29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16" name="Google Shape;2416;p49"/>
          <p:cNvGrpSpPr/>
          <p:nvPr/>
        </p:nvGrpSpPr>
        <p:grpSpPr>
          <a:xfrm>
            <a:off x="7660891" y="472915"/>
            <a:ext cx="548239" cy="516917"/>
            <a:chOff x="7833271" y="445037"/>
            <a:chExt cx="481756" cy="454273"/>
          </a:xfrm>
        </p:grpSpPr>
        <p:sp>
          <p:nvSpPr>
            <p:cNvPr id="2417" name="Google Shape;2417;p49"/>
            <p:cNvSpPr/>
            <p:nvPr/>
          </p:nvSpPr>
          <p:spPr>
            <a:xfrm>
              <a:off x="7881996" y="535289"/>
              <a:ext cx="329394" cy="357394"/>
            </a:xfrm>
            <a:custGeom>
              <a:avLst/>
              <a:gdLst/>
              <a:ahLst/>
              <a:cxnLst/>
              <a:rect l="l" t="t" r="r" b="b"/>
              <a:pathLst>
                <a:path w="7315" h="8162" extrusionOk="0">
                  <a:moveTo>
                    <a:pt x="3001" y="0"/>
                  </a:moveTo>
                  <a:lnTo>
                    <a:pt x="1" y="2269"/>
                  </a:lnTo>
                  <a:lnTo>
                    <a:pt x="2022" y="8162"/>
                  </a:lnTo>
                  <a:lnTo>
                    <a:pt x="7315" y="4467"/>
                  </a:lnTo>
                  <a:lnTo>
                    <a:pt x="6622" y="1097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>
            <a:xfrm>
              <a:off x="8010114" y="530209"/>
              <a:ext cx="177778" cy="59726"/>
            </a:xfrm>
            <a:custGeom>
              <a:avLst/>
              <a:gdLst/>
              <a:ahLst/>
              <a:cxnLst/>
              <a:rect l="l" t="t" r="r" b="b"/>
              <a:pathLst>
                <a:path w="3948" h="1364" extrusionOk="0">
                  <a:moveTo>
                    <a:pt x="156" y="0"/>
                  </a:moveTo>
                  <a:cubicBezTo>
                    <a:pt x="143" y="0"/>
                    <a:pt x="131" y="0"/>
                    <a:pt x="119" y="0"/>
                  </a:cubicBezTo>
                  <a:cubicBezTo>
                    <a:pt x="1" y="3"/>
                    <a:pt x="80" y="193"/>
                    <a:pt x="142" y="222"/>
                  </a:cubicBezTo>
                  <a:cubicBezTo>
                    <a:pt x="739" y="497"/>
                    <a:pt x="1458" y="552"/>
                    <a:pt x="2082" y="763"/>
                  </a:cubicBezTo>
                  <a:cubicBezTo>
                    <a:pt x="2611" y="941"/>
                    <a:pt x="3244" y="1330"/>
                    <a:pt x="3806" y="1364"/>
                  </a:cubicBezTo>
                  <a:cubicBezTo>
                    <a:pt x="3809" y="1364"/>
                    <a:pt x="3812" y="1364"/>
                    <a:pt x="3815" y="1364"/>
                  </a:cubicBezTo>
                  <a:cubicBezTo>
                    <a:pt x="3946" y="1364"/>
                    <a:pt x="3948" y="1199"/>
                    <a:pt x="3877" y="1124"/>
                  </a:cubicBezTo>
                  <a:cubicBezTo>
                    <a:pt x="3682" y="912"/>
                    <a:pt x="3222" y="839"/>
                    <a:pt x="2952" y="742"/>
                  </a:cubicBezTo>
                  <a:cubicBezTo>
                    <a:pt x="2627" y="625"/>
                    <a:pt x="2303" y="503"/>
                    <a:pt x="1973" y="403"/>
                  </a:cubicBezTo>
                  <a:cubicBezTo>
                    <a:pt x="1423" y="238"/>
                    <a:pt x="738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>
            <a:xfrm>
              <a:off x="7877718" y="530297"/>
              <a:ext cx="151526" cy="108681"/>
            </a:xfrm>
            <a:custGeom>
              <a:avLst/>
              <a:gdLst/>
              <a:ahLst/>
              <a:cxnLst/>
              <a:rect l="l" t="t" r="r" b="b"/>
              <a:pathLst>
                <a:path w="3365" h="2482" extrusionOk="0">
                  <a:moveTo>
                    <a:pt x="3073" y="1"/>
                  </a:moveTo>
                  <a:cubicBezTo>
                    <a:pt x="2620" y="1"/>
                    <a:pt x="269" y="2108"/>
                    <a:pt x="49" y="2298"/>
                  </a:cubicBezTo>
                  <a:cubicBezTo>
                    <a:pt x="0" y="2340"/>
                    <a:pt x="38" y="2482"/>
                    <a:pt x="102" y="2482"/>
                  </a:cubicBezTo>
                  <a:cubicBezTo>
                    <a:pt x="110" y="2482"/>
                    <a:pt x="118" y="2480"/>
                    <a:pt x="126" y="2476"/>
                  </a:cubicBezTo>
                  <a:cubicBezTo>
                    <a:pt x="970" y="2047"/>
                    <a:pt x="1710" y="1351"/>
                    <a:pt x="2460" y="774"/>
                  </a:cubicBezTo>
                  <a:cubicBezTo>
                    <a:pt x="2572" y="686"/>
                    <a:pt x="3365" y="249"/>
                    <a:pt x="3129" y="19"/>
                  </a:cubicBezTo>
                  <a:cubicBezTo>
                    <a:pt x="3116" y="6"/>
                    <a:pt x="3098" y="1"/>
                    <a:pt x="3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>
            <a:xfrm>
              <a:off x="8177140" y="582189"/>
              <a:ext cx="43544" cy="155752"/>
            </a:xfrm>
            <a:custGeom>
              <a:avLst/>
              <a:gdLst/>
              <a:ahLst/>
              <a:cxnLst/>
              <a:rect l="l" t="t" r="r" b="b"/>
              <a:pathLst>
                <a:path w="967" h="3557" extrusionOk="0">
                  <a:moveTo>
                    <a:pt x="146" y="0"/>
                  </a:moveTo>
                  <a:cubicBezTo>
                    <a:pt x="120" y="0"/>
                    <a:pt x="98" y="16"/>
                    <a:pt x="90" y="56"/>
                  </a:cubicBezTo>
                  <a:cubicBezTo>
                    <a:pt x="0" y="512"/>
                    <a:pt x="127" y="1015"/>
                    <a:pt x="210" y="1469"/>
                  </a:cubicBezTo>
                  <a:cubicBezTo>
                    <a:pt x="330" y="2106"/>
                    <a:pt x="456" y="2744"/>
                    <a:pt x="575" y="3382"/>
                  </a:cubicBezTo>
                  <a:cubicBezTo>
                    <a:pt x="594" y="3489"/>
                    <a:pt x="720" y="3556"/>
                    <a:pt x="821" y="3556"/>
                  </a:cubicBezTo>
                  <a:cubicBezTo>
                    <a:pt x="902" y="3556"/>
                    <a:pt x="967" y="3513"/>
                    <a:pt x="948" y="3411"/>
                  </a:cubicBezTo>
                  <a:cubicBezTo>
                    <a:pt x="751" y="2328"/>
                    <a:pt x="682" y="1089"/>
                    <a:pt x="248" y="73"/>
                  </a:cubicBezTo>
                  <a:cubicBezTo>
                    <a:pt x="231" y="34"/>
                    <a:pt x="185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>
            <a:xfrm>
              <a:off x="7984896" y="547726"/>
              <a:ext cx="99381" cy="100799"/>
            </a:xfrm>
            <a:custGeom>
              <a:avLst/>
              <a:gdLst/>
              <a:ahLst/>
              <a:cxnLst/>
              <a:rect l="l" t="t" r="r" b="b"/>
              <a:pathLst>
                <a:path w="2207" h="2302" extrusionOk="0">
                  <a:moveTo>
                    <a:pt x="2028" y="0"/>
                  </a:moveTo>
                  <a:cubicBezTo>
                    <a:pt x="2016" y="0"/>
                    <a:pt x="2003" y="3"/>
                    <a:pt x="1992" y="8"/>
                  </a:cubicBezTo>
                  <a:cubicBezTo>
                    <a:pt x="1574" y="200"/>
                    <a:pt x="1215" y="698"/>
                    <a:pt x="909" y="1031"/>
                  </a:cubicBezTo>
                  <a:cubicBezTo>
                    <a:pt x="618" y="1347"/>
                    <a:pt x="337" y="1689"/>
                    <a:pt x="78" y="2032"/>
                  </a:cubicBezTo>
                  <a:cubicBezTo>
                    <a:pt x="0" y="2135"/>
                    <a:pt x="138" y="2302"/>
                    <a:pt x="255" y="2302"/>
                  </a:cubicBezTo>
                  <a:cubicBezTo>
                    <a:pt x="281" y="2302"/>
                    <a:pt x="306" y="2294"/>
                    <a:pt x="328" y="2275"/>
                  </a:cubicBezTo>
                  <a:cubicBezTo>
                    <a:pt x="635" y="2004"/>
                    <a:pt x="860" y="1652"/>
                    <a:pt x="1129" y="1344"/>
                  </a:cubicBezTo>
                  <a:cubicBezTo>
                    <a:pt x="1461" y="962"/>
                    <a:pt x="1800" y="585"/>
                    <a:pt x="2141" y="211"/>
                  </a:cubicBezTo>
                  <a:cubicBezTo>
                    <a:pt x="2207" y="139"/>
                    <a:pt x="2118" y="0"/>
                    <a:pt x="2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>
            <a:xfrm>
              <a:off x="8100224" y="563534"/>
              <a:ext cx="29450" cy="119102"/>
            </a:xfrm>
            <a:custGeom>
              <a:avLst/>
              <a:gdLst/>
              <a:ahLst/>
              <a:cxnLst/>
              <a:rect l="l" t="t" r="r" b="b"/>
              <a:pathLst>
                <a:path w="654" h="2720" extrusionOk="0">
                  <a:moveTo>
                    <a:pt x="445" y="1"/>
                  </a:moveTo>
                  <a:cubicBezTo>
                    <a:pt x="424" y="1"/>
                    <a:pt x="405" y="14"/>
                    <a:pt x="392" y="50"/>
                  </a:cubicBezTo>
                  <a:cubicBezTo>
                    <a:pt x="234" y="477"/>
                    <a:pt x="242" y="994"/>
                    <a:pt x="186" y="1443"/>
                  </a:cubicBezTo>
                  <a:cubicBezTo>
                    <a:pt x="149" y="1757"/>
                    <a:pt x="0" y="2248"/>
                    <a:pt x="76" y="2559"/>
                  </a:cubicBezTo>
                  <a:cubicBezTo>
                    <a:pt x="95" y="2635"/>
                    <a:pt x="193" y="2720"/>
                    <a:pt x="275" y="2720"/>
                  </a:cubicBezTo>
                  <a:cubicBezTo>
                    <a:pt x="315" y="2720"/>
                    <a:pt x="351" y="2700"/>
                    <a:pt x="374" y="2650"/>
                  </a:cubicBezTo>
                  <a:cubicBezTo>
                    <a:pt x="518" y="2327"/>
                    <a:pt x="487" y="1817"/>
                    <a:pt x="518" y="1469"/>
                  </a:cubicBezTo>
                  <a:cubicBezTo>
                    <a:pt x="559" y="1029"/>
                    <a:pt x="654" y="537"/>
                    <a:pt x="544" y="102"/>
                  </a:cubicBezTo>
                  <a:cubicBezTo>
                    <a:pt x="531" y="55"/>
                    <a:pt x="48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>
            <a:xfrm>
              <a:off x="7879969" y="631935"/>
              <a:ext cx="99156" cy="266578"/>
            </a:xfrm>
            <a:custGeom>
              <a:avLst/>
              <a:gdLst/>
              <a:ahLst/>
              <a:cxnLst/>
              <a:rect l="l" t="t" r="r" b="b"/>
              <a:pathLst>
                <a:path w="2202" h="6088" extrusionOk="0">
                  <a:moveTo>
                    <a:pt x="69" y="0"/>
                  </a:moveTo>
                  <a:cubicBezTo>
                    <a:pt x="32" y="0"/>
                    <a:pt x="0" y="37"/>
                    <a:pt x="6" y="94"/>
                  </a:cubicBezTo>
                  <a:cubicBezTo>
                    <a:pt x="100" y="1057"/>
                    <a:pt x="586" y="2074"/>
                    <a:pt x="895" y="2982"/>
                  </a:cubicBezTo>
                  <a:cubicBezTo>
                    <a:pt x="1215" y="3929"/>
                    <a:pt x="1444" y="5137"/>
                    <a:pt x="1957" y="5998"/>
                  </a:cubicBezTo>
                  <a:cubicBezTo>
                    <a:pt x="1988" y="6050"/>
                    <a:pt x="2055" y="6088"/>
                    <a:pt x="2111" y="6088"/>
                  </a:cubicBezTo>
                  <a:cubicBezTo>
                    <a:pt x="2161" y="6088"/>
                    <a:pt x="2202" y="6058"/>
                    <a:pt x="2200" y="5981"/>
                  </a:cubicBezTo>
                  <a:cubicBezTo>
                    <a:pt x="2188" y="5069"/>
                    <a:pt x="1555" y="3911"/>
                    <a:pt x="1264" y="3058"/>
                  </a:cubicBezTo>
                  <a:cubicBezTo>
                    <a:pt x="926" y="2066"/>
                    <a:pt x="649" y="967"/>
                    <a:pt x="135" y="48"/>
                  </a:cubicBezTo>
                  <a:cubicBezTo>
                    <a:pt x="116" y="15"/>
                    <a:pt x="92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>
            <a:xfrm>
              <a:off x="7962424" y="731909"/>
              <a:ext cx="255455" cy="167400"/>
            </a:xfrm>
            <a:custGeom>
              <a:avLst/>
              <a:gdLst/>
              <a:ahLst/>
              <a:cxnLst/>
              <a:rect l="l" t="t" r="r" b="b"/>
              <a:pathLst>
                <a:path w="5673" h="3823" extrusionOk="0">
                  <a:moveTo>
                    <a:pt x="5608" y="0"/>
                  </a:moveTo>
                  <a:cubicBezTo>
                    <a:pt x="5600" y="0"/>
                    <a:pt x="5592" y="2"/>
                    <a:pt x="5584" y="6"/>
                  </a:cubicBezTo>
                  <a:cubicBezTo>
                    <a:pt x="4437" y="501"/>
                    <a:pt x="3364" y="1501"/>
                    <a:pt x="2307" y="2179"/>
                  </a:cubicBezTo>
                  <a:cubicBezTo>
                    <a:pt x="1589" y="2640"/>
                    <a:pt x="866" y="3094"/>
                    <a:pt x="135" y="3537"/>
                  </a:cubicBezTo>
                  <a:cubicBezTo>
                    <a:pt x="1" y="3619"/>
                    <a:pt x="142" y="3822"/>
                    <a:pt x="274" y="3822"/>
                  </a:cubicBezTo>
                  <a:cubicBezTo>
                    <a:pt x="295" y="3822"/>
                    <a:pt x="316" y="3817"/>
                    <a:pt x="336" y="3805"/>
                  </a:cubicBezTo>
                  <a:cubicBezTo>
                    <a:pt x="1068" y="3362"/>
                    <a:pt x="1794" y="2908"/>
                    <a:pt x="2514" y="2446"/>
                  </a:cubicBezTo>
                  <a:cubicBezTo>
                    <a:pt x="3467" y="1834"/>
                    <a:pt x="5038" y="1122"/>
                    <a:pt x="5648" y="141"/>
                  </a:cubicBezTo>
                  <a:cubicBezTo>
                    <a:pt x="5672" y="103"/>
                    <a:pt x="5663" y="0"/>
                    <a:pt x="5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>
            <a:xfrm>
              <a:off x="7988904" y="636358"/>
              <a:ext cx="127390" cy="44838"/>
            </a:xfrm>
            <a:custGeom>
              <a:avLst/>
              <a:gdLst/>
              <a:ahLst/>
              <a:cxnLst/>
              <a:rect l="l" t="t" r="r" b="b"/>
              <a:pathLst>
                <a:path w="2829" h="1024" extrusionOk="0">
                  <a:moveTo>
                    <a:pt x="172" y="1"/>
                  </a:moveTo>
                  <a:cubicBezTo>
                    <a:pt x="141" y="1"/>
                    <a:pt x="115" y="5"/>
                    <a:pt x="97" y="16"/>
                  </a:cubicBezTo>
                  <a:cubicBezTo>
                    <a:pt x="1" y="73"/>
                    <a:pt x="66" y="253"/>
                    <a:pt x="126" y="253"/>
                  </a:cubicBezTo>
                  <a:cubicBezTo>
                    <a:pt x="132" y="253"/>
                    <a:pt x="138" y="251"/>
                    <a:pt x="143" y="248"/>
                  </a:cubicBezTo>
                  <a:cubicBezTo>
                    <a:pt x="144" y="247"/>
                    <a:pt x="146" y="247"/>
                    <a:pt x="149" y="247"/>
                  </a:cubicBezTo>
                  <a:cubicBezTo>
                    <a:pt x="204" y="247"/>
                    <a:pt x="580" y="408"/>
                    <a:pt x="630" y="425"/>
                  </a:cubicBezTo>
                  <a:cubicBezTo>
                    <a:pt x="906" y="513"/>
                    <a:pt x="1183" y="598"/>
                    <a:pt x="1459" y="682"/>
                  </a:cubicBezTo>
                  <a:cubicBezTo>
                    <a:pt x="1785" y="780"/>
                    <a:pt x="2258" y="1024"/>
                    <a:pt x="2626" y="1024"/>
                  </a:cubicBezTo>
                  <a:cubicBezTo>
                    <a:pt x="2663" y="1024"/>
                    <a:pt x="2700" y="1022"/>
                    <a:pt x="2734" y="1016"/>
                  </a:cubicBezTo>
                  <a:cubicBezTo>
                    <a:pt x="2828" y="1002"/>
                    <a:pt x="2796" y="861"/>
                    <a:pt x="2748" y="817"/>
                  </a:cubicBezTo>
                  <a:cubicBezTo>
                    <a:pt x="2578" y="665"/>
                    <a:pt x="2305" y="626"/>
                    <a:pt x="2090" y="562"/>
                  </a:cubicBezTo>
                  <a:cubicBezTo>
                    <a:pt x="1678" y="441"/>
                    <a:pt x="1265" y="316"/>
                    <a:pt x="852" y="201"/>
                  </a:cubicBezTo>
                  <a:cubicBezTo>
                    <a:pt x="741" y="169"/>
                    <a:pt x="358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>
            <a:xfrm>
              <a:off x="8102746" y="669070"/>
              <a:ext cx="108928" cy="74395"/>
            </a:xfrm>
            <a:custGeom>
              <a:avLst/>
              <a:gdLst/>
              <a:ahLst/>
              <a:cxnLst/>
              <a:rect l="l" t="t" r="r" b="b"/>
              <a:pathLst>
                <a:path w="2419" h="1699" extrusionOk="0">
                  <a:moveTo>
                    <a:pt x="121" y="0"/>
                  </a:moveTo>
                  <a:cubicBezTo>
                    <a:pt x="52" y="0"/>
                    <a:pt x="1" y="62"/>
                    <a:pt x="2" y="128"/>
                  </a:cubicBezTo>
                  <a:cubicBezTo>
                    <a:pt x="4" y="394"/>
                    <a:pt x="758" y="733"/>
                    <a:pt x="945" y="853"/>
                  </a:cubicBezTo>
                  <a:cubicBezTo>
                    <a:pt x="1199" y="1016"/>
                    <a:pt x="1450" y="1182"/>
                    <a:pt x="1707" y="1340"/>
                  </a:cubicBezTo>
                  <a:cubicBezTo>
                    <a:pt x="1903" y="1459"/>
                    <a:pt x="2123" y="1644"/>
                    <a:pt x="2349" y="1697"/>
                  </a:cubicBezTo>
                  <a:cubicBezTo>
                    <a:pt x="2354" y="1698"/>
                    <a:pt x="2358" y="1698"/>
                    <a:pt x="2362" y="1698"/>
                  </a:cubicBezTo>
                  <a:cubicBezTo>
                    <a:pt x="2418" y="1698"/>
                    <a:pt x="2411" y="1591"/>
                    <a:pt x="2387" y="1560"/>
                  </a:cubicBezTo>
                  <a:cubicBezTo>
                    <a:pt x="2099" y="1180"/>
                    <a:pt x="1566" y="913"/>
                    <a:pt x="1179" y="646"/>
                  </a:cubicBezTo>
                  <a:cubicBezTo>
                    <a:pt x="970" y="502"/>
                    <a:pt x="760" y="359"/>
                    <a:pt x="549" y="217"/>
                  </a:cubicBezTo>
                  <a:cubicBezTo>
                    <a:pt x="419" y="130"/>
                    <a:pt x="286" y="5"/>
                    <a:pt x="125" y="0"/>
                  </a:cubicBezTo>
                  <a:cubicBezTo>
                    <a:pt x="123" y="0"/>
                    <a:pt x="122" y="0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>
            <a:xfrm>
              <a:off x="7878123" y="630490"/>
              <a:ext cx="125949" cy="17997"/>
            </a:xfrm>
            <a:custGeom>
              <a:avLst/>
              <a:gdLst/>
              <a:ahLst/>
              <a:cxnLst/>
              <a:rect l="l" t="t" r="r" b="b"/>
              <a:pathLst>
                <a:path w="2797" h="411" extrusionOk="0">
                  <a:moveTo>
                    <a:pt x="504" y="0"/>
                  </a:moveTo>
                  <a:cubicBezTo>
                    <a:pt x="342" y="0"/>
                    <a:pt x="187" y="17"/>
                    <a:pt x="57" y="67"/>
                  </a:cubicBezTo>
                  <a:cubicBezTo>
                    <a:pt x="1" y="90"/>
                    <a:pt x="33" y="197"/>
                    <a:pt x="78" y="213"/>
                  </a:cubicBezTo>
                  <a:cubicBezTo>
                    <a:pt x="484" y="354"/>
                    <a:pt x="1005" y="307"/>
                    <a:pt x="1428" y="329"/>
                  </a:cubicBezTo>
                  <a:cubicBezTo>
                    <a:pt x="1691" y="342"/>
                    <a:pt x="2037" y="410"/>
                    <a:pt x="2342" y="410"/>
                  </a:cubicBezTo>
                  <a:cubicBezTo>
                    <a:pt x="2457" y="410"/>
                    <a:pt x="2566" y="401"/>
                    <a:pt x="2663" y="375"/>
                  </a:cubicBezTo>
                  <a:cubicBezTo>
                    <a:pt x="2796" y="339"/>
                    <a:pt x="2685" y="149"/>
                    <a:pt x="2601" y="123"/>
                  </a:cubicBezTo>
                  <a:cubicBezTo>
                    <a:pt x="2418" y="69"/>
                    <a:pt x="2205" y="57"/>
                    <a:pt x="1990" y="57"/>
                  </a:cubicBezTo>
                  <a:cubicBezTo>
                    <a:pt x="1818" y="57"/>
                    <a:pt x="1644" y="65"/>
                    <a:pt x="1483" y="65"/>
                  </a:cubicBezTo>
                  <a:cubicBezTo>
                    <a:pt x="1439" y="65"/>
                    <a:pt x="1396" y="64"/>
                    <a:pt x="1355" y="63"/>
                  </a:cubicBezTo>
                  <a:cubicBezTo>
                    <a:pt x="1109" y="54"/>
                    <a:pt x="794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>
            <a:xfrm>
              <a:off x="7966297" y="634431"/>
              <a:ext cx="35934" cy="255675"/>
            </a:xfrm>
            <a:custGeom>
              <a:avLst/>
              <a:gdLst/>
              <a:ahLst/>
              <a:cxnLst/>
              <a:rect l="l" t="t" r="r" b="b"/>
              <a:pathLst>
                <a:path w="798" h="5839" extrusionOk="0">
                  <a:moveTo>
                    <a:pt x="735" y="0"/>
                  </a:moveTo>
                  <a:cubicBezTo>
                    <a:pt x="719" y="0"/>
                    <a:pt x="704" y="16"/>
                    <a:pt x="700" y="47"/>
                  </a:cubicBezTo>
                  <a:cubicBezTo>
                    <a:pt x="588" y="1114"/>
                    <a:pt x="455" y="2178"/>
                    <a:pt x="356" y="3246"/>
                  </a:cubicBezTo>
                  <a:cubicBezTo>
                    <a:pt x="286" y="3996"/>
                    <a:pt x="1" y="5055"/>
                    <a:pt x="208" y="5794"/>
                  </a:cubicBezTo>
                  <a:cubicBezTo>
                    <a:pt x="212" y="5813"/>
                    <a:pt x="232" y="5839"/>
                    <a:pt x="250" y="5839"/>
                  </a:cubicBezTo>
                  <a:cubicBezTo>
                    <a:pt x="259" y="5839"/>
                    <a:pt x="267" y="5833"/>
                    <a:pt x="274" y="5820"/>
                  </a:cubicBezTo>
                  <a:cubicBezTo>
                    <a:pt x="406" y="5553"/>
                    <a:pt x="382" y="5120"/>
                    <a:pt x="413" y="4833"/>
                  </a:cubicBezTo>
                  <a:cubicBezTo>
                    <a:pt x="483" y="4178"/>
                    <a:pt x="546" y="3521"/>
                    <a:pt x="609" y="2864"/>
                  </a:cubicBezTo>
                  <a:cubicBezTo>
                    <a:pt x="698" y="1930"/>
                    <a:pt x="798" y="990"/>
                    <a:pt x="767" y="49"/>
                  </a:cubicBezTo>
                  <a:cubicBezTo>
                    <a:pt x="766" y="17"/>
                    <a:pt x="751" y="0"/>
                    <a:pt x="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>
            <a:xfrm>
              <a:off x="7979131" y="675463"/>
              <a:ext cx="128245" cy="212632"/>
            </a:xfrm>
            <a:custGeom>
              <a:avLst/>
              <a:gdLst/>
              <a:ahLst/>
              <a:cxnLst/>
              <a:rect l="l" t="t" r="r" b="b"/>
              <a:pathLst>
                <a:path w="2848" h="4856" extrusionOk="0">
                  <a:moveTo>
                    <a:pt x="2804" y="1"/>
                  </a:moveTo>
                  <a:cubicBezTo>
                    <a:pt x="2796" y="1"/>
                    <a:pt x="2788" y="6"/>
                    <a:pt x="2780" y="17"/>
                  </a:cubicBezTo>
                  <a:cubicBezTo>
                    <a:pt x="1778" y="1494"/>
                    <a:pt x="669" y="3139"/>
                    <a:pt x="10" y="4803"/>
                  </a:cubicBezTo>
                  <a:cubicBezTo>
                    <a:pt x="1" y="4825"/>
                    <a:pt x="13" y="4855"/>
                    <a:pt x="30" y="4855"/>
                  </a:cubicBezTo>
                  <a:cubicBezTo>
                    <a:pt x="36" y="4855"/>
                    <a:pt x="43" y="4851"/>
                    <a:pt x="50" y="4840"/>
                  </a:cubicBezTo>
                  <a:cubicBezTo>
                    <a:pt x="1018" y="3295"/>
                    <a:pt x="2062" y="1740"/>
                    <a:pt x="2835" y="85"/>
                  </a:cubicBezTo>
                  <a:cubicBezTo>
                    <a:pt x="2848" y="59"/>
                    <a:pt x="2829" y="1"/>
                    <a:pt x="2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>
            <a:xfrm>
              <a:off x="7833271" y="508183"/>
              <a:ext cx="42148" cy="44182"/>
            </a:xfrm>
            <a:custGeom>
              <a:avLst/>
              <a:gdLst/>
              <a:ahLst/>
              <a:cxnLst/>
              <a:rect l="l" t="t" r="r" b="b"/>
              <a:pathLst>
                <a:path w="936" h="1009" extrusionOk="0">
                  <a:moveTo>
                    <a:pt x="74" y="0"/>
                  </a:moveTo>
                  <a:cubicBezTo>
                    <a:pt x="33" y="0"/>
                    <a:pt x="0" y="27"/>
                    <a:pt x="14" y="93"/>
                  </a:cubicBezTo>
                  <a:cubicBezTo>
                    <a:pt x="84" y="444"/>
                    <a:pt x="381" y="813"/>
                    <a:pt x="694" y="983"/>
                  </a:cubicBezTo>
                  <a:cubicBezTo>
                    <a:pt x="725" y="1001"/>
                    <a:pt x="754" y="1008"/>
                    <a:pt x="779" y="1008"/>
                  </a:cubicBezTo>
                  <a:cubicBezTo>
                    <a:pt x="904" y="1008"/>
                    <a:pt x="935" y="820"/>
                    <a:pt x="795" y="743"/>
                  </a:cubicBezTo>
                  <a:cubicBezTo>
                    <a:pt x="527" y="599"/>
                    <a:pt x="342" y="321"/>
                    <a:pt x="190" y="67"/>
                  </a:cubicBezTo>
                  <a:cubicBezTo>
                    <a:pt x="167" y="27"/>
                    <a:pt x="116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9"/>
            <p:cNvSpPr/>
            <p:nvPr/>
          </p:nvSpPr>
          <p:spPr>
            <a:xfrm>
              <a:off x="7901135" y="475909"/>
              <a:ext cx="33637" cy="44225"/>
            </a:xfrm>
            <a:custGeom>
              <a:avLst/>
              <a:gdLst/>
              <a:ahLst/>
              <a:cxnLst/>
              <a:rect l="l" t="t" r="r" b="b"/>
              <a:pathLst>
                <a:path w="747" h="1010" extrusionOk="0">
                  <a:moveTo>
                    <a:pt x="70" y="0"/>
                  </a:moveTo>
                  <a:cubicBezTo>
                    <a:pt x="42" y="0"/>
                    <a:pt x="20" y="19"/>
                    <a:pt x="16" y="69"/>
                  </a:cubicBezTo>
                  <a:cubicBezTo>
                    <a:pt x="1" y="249"/>
                    <a:pt x="93" y="423"/>
                    <a:pt x="179" y="575"/>
                  </a:cubicBezTo>
                  <a:cubicBezTo>
                    <a:pt x="264" y="725"/>
                    <a:pt x="398" y="984"/>
                    <a:pt x="590" y="1008"/>
                  </a:cubicBezTo>
                  <a:cubicBezTo>
                    <a:pt x="597" y="1009"/>
                    <a:pt x="604" y="1010"/>
                    <a:pt x="610" y="1010"/>
                  </a:cubicBezTo>
                  <a:cubicBezTo>
                    <a:pt x="690" y="1010"/>
                    <a:pt x="746" y="953"/>
                    <a:pt x="731" y="868"/>
                  </a:cubicBezTo>
                  <a:cubicBezTo>
                    <a:pt x="715" y="781"/>
                    <a:pt x="601" y="707"/>
                    <a:pt x="545" y="643"/>
                  </a:cubicBezTo>
                  <a:cubicBezTo>
                    <a:pt x="412" y="489"/>
                    <a:pt x="280" y="293"/>
                    <a:pt x="204" y="102"/>
                  </a:cubicBezTo>
                  <a:cubicBezTo>
                    <a:pt x="187" y="58"/>
                    <a:pt x="11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9"/>
            <p:cNvSpPr/>
            <p:nvPr/>
          </p:nvSpPr>
          <p:spPr>
            <a:xfrm>
              <a:off x="8090182" y="445037"/>
              <a:ext cx="26838" cy="57624"/>
            </a:xfrm>
            <a:custGeom>
              <a:avLst/>
              <a:gdLst/>
              <a:ahLst/>
              <a:cxnLst/>
              <a:rect l="l" t="t" r="r" b="b"/>
              <a:pathLst>
                <a:path w="596" h="1316" extrusionOk="0">
                  <a:moveTo>
                    <a:pt x="471" y="1"/>
                  </a:moveTo>
                  <a:cubicBezTo>
                    <a:pt x="466" y="1"/>
                    <a:pt x="461" y="2"/>
                    <a:pt x="455" y="3"/>
                  </a:cubicBezTo>
                  <a:cubicBezTo>
                    <a:pt x="261" y="61"/>
                    <a:pt x="199" y="318"/>
                    <a:pt x="151" y="495"/>
                  </a:cubicBezTo>
                  <a:cubicBezTo>
                    <a:pt x="97" y="697"/>
                    <a:pt x="41" y="908"/>
                    <a:pt x="13" y="1116"/>
                  </a:cubicBezTo>
                  <a:cubicBezTo>
                    <a:pt x="0" y="1211"/>
                    <a:pt x="122" y="1315"/>
                    <a:pt x="217" y="1315"/>
                  </a:cubicBezTo>
                  <a:cubicBezTo>
                    <a:pt x="258" y="1315"/>
                    <a:pt x="295" y="1295"/>
                    <a:pt x="313" y="1246"/>
                  </a:cubicBezTo>
                  <a:cubicBezTo>
                    <a:pt x="385" y="1050"/>
                    <a:pt x="403" y="830"/>
                    <a:pt x="451" y="627"/>
                  </a:cubicBezTo>
                  <a:cubicBezTo>
                    <a:pt x="496" y="437"/>
                    <a:pt x="596" y="266"/>
                    <a:pt x="546" y="76"/>
                  </a:cubicBezTo>
                  <a:cubicBezTo>
                    <a:pt x="538" y="43"/>
                    <a:pt x="508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9"/>
            <p:cNvSpPr/>
            <p:nvPr/>
          </p:nvSpPr>
          <p:spPr>
            <a:xfrm>
              <a:off x="8131522" y="465399"/>
              <a:ext cx="27468" cy="48254"/>
            </a:xfrm>
            <a:custGeom>
              <a:avLst/>
              <a:gdLst/>
              <a:ahLst/>
              <a:cxnLst/>
              <a:rect l="l" t="t" r="r" b="b"/>
              <a:pathLst>
                <a:path w="610" h="1102" extrusionOk="0">
                  <a:moveTo>
                    <a:pt x="490" y="1"/>
                  </a:moveTo>
                  <a:cubicBezTo>
                    <a:pt x="476" y="1"/>
                    <a:pt x="461" y="8"/>
                    <a:pt x="448" y="24"/>
                  </a:cubicBezTo>
                  <a:cubicBezTo>
                    <a:pt x="316" y="193"/>
                    <a:pt x="246" y="387"/>
                    <a:pt x="167" y="585"/>
                  </a:cubicBezTo>
                  <a:cubicBezTo>
                    <a:pt x="92" y="769"/>
                    <a:pt x="0" y="885"/>
                    <a:pt x="108" y="1070"/>
                  </a:cubicBezTo>
                  <a:cubicBezTo>
                    <a:pt x="120" y="1092"/>
                    <a:pt x="142" y="1101"/>
                    <a:pt x="165" y="1101"/>
                  </a:cubicBezTo>
                  <a:cubicBezTo>
                    <a:pt x="166" y="1101"/>
                    <a:pt x="168" y="1101"/>
                    <a:pt x="169" y="1101"/>
                  </a:cubicBezTo>
                  <a:cubicBezTo>
                    <a:pt x="353" y="1086"/>
                    <a:pt x="392" y="911"/>
                    <a:pt x="441" y="754"/>
                  </a:cubicBezTo>
                  <a:cubicBezTo>
                    <a:pt x="502" y="560"/>
                    <a:pt x="548" y="363"/>
                    <a:pt x="598" y="165"/>
                  </a:cubicBezTo>
                  <a:cubicBezTo>
                    <a:pt x="609" y="116"/>
                    <a:pt x="549" y="1"/>
                    <a:pt x="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9"/>
            <p:cNvSpPr/>
            <p:nvPr/>
          </p:nvSpPr>
          <p:spPr>
            <a:xfrm>
              <a:off x="8252030" y="609471"/>
              <a:ext cx="58674" cy="18391"/>
            </a:xfrm>
            <a:custGeom>
              <a:avLst/>
              <a:gdLst/>
              <a:ahLst/>
              <a:cxnLst/>
              <a:rect l="l" t="t" r="r" b="b"/>
              <a:pathLst>
                <a:path w="1303" h="420" extrusionOk="0">
                  <a:moveTo>
                    <a:pt x="1015" y="1"/>
                  </a:moveTo>
                  <a:cubicBezTo>
                    <a:pt x="1011" y="1"/>
                    <a:pt x="1006" y="1"/>
                    <a:pt x="1002" y="2"/>
                  </a:cubicBezTo>
                  <a:cubicBezTo>
                    <a:pt x="842" y="15"/>
                    <a:pt x="687" y="46"/>
                    <a:pt x="531" y="82"/>
                  </a:cubicBezTo>
                  <a:cubicBezTo>
                    <a:pt x="387" y="114"/>
                    <a:pt x="212" y="131"/>
                    <a:pt x="78" y="199"/>
                  </a:cubicBezTo>
                  <a:cubicBezTo>
                    <a:pt x="0" y="239"/>
                    <a:pt x="45" y="387"/>
                    <a:pt x="122" y="404"/>
                  </a:cubicBezTo>
                  <a:cubicBezTo>
                    <a:pt x="179" y="415"/>
                    <a:pt x="237" y="420"/>
                    <a:pt x="295" y="420"/>
                  </a:cubicBezTo>
                  <a:cubicBezTo>
                    <a:pt x="557" y="420"/>
                    <a:pt x="826" y="323"/>
                    <a:pt x="1084" y="311"/>
                  </a:cubicBezTo>
                  <a:cubicBezTo>
                    <a:pt x="1303" y="299"/>
                    <a:pt x="1187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9"/>
            <p:cNvSpPr/>
            <p:nvPr/>
          </p:nvSpPr>
          <p:spPr>
            <a:xfrm>
              <a:off x="8256488" y="655013"/>
              <a:ext cx="58539" cy="16377"/>
            </a:xfrm>
            <a:custGeom>
              <a:avLst/>
              <a:gdLst/>
              <a:ahLst/>
              <a:cxnLst/>
              <a:rect l="l" t="t" r="r" b="b"/>
              <a:pathLst>
                <a:path w="1300" h="374" extrusionOk="0">
                  <a:moveTo>
                    <a:pt x="1072" y="1"/>
                  </a:moveTo>
                  <a:cubicBezTo>
                    <a:pt x="917" y="1"/>
                    <a:pt x="758" y="59"/>
                    <a:pt x="601" y="73"/>
                  </a:cubicBezTo>
                  <a:cubicBezTo>
                    <a:pt x="432" y="88"/>
                    <a:pt x="237" y="82"/>
                    <a:pt x="84" y="159"/>
                  </a:cubicBezTo>
                  <a:cubicBezTo>
                    <a:pt x="0" y="202"/>
                    <a:pt x="54" y="347"/>
                    <a:pt x="136" y="357"/>
                  </a:cubicBezTo>
                  <a:cubicBezTo>
                    <a:pt x="232" y="369"/>
                    <a:pt x="331" y="373"/>
                    <a:pt x="430" y="373"/>
                  </a:cubicBezTo>
                  <a:cubicBezTo>
                    <a:pt x="541" y="373"/>
                    <a:pt x="652" y="368"/>
                    <a:pt x="762" y="360"/>
                  </a:cubicBezTo>
                  <a:cubicBezTo>
                    <a:pt x="912" y="350"/>
                    <a:pt x="1131" y="357"/>
                    <a:pt x="1230" y="227"/>
                  </a:cubicBezTo>
                  <a:cubicBezTo>
                    <a:pt x="1299" y="136"/>
                    <a:pt x="1166" y="2"/>
                    <a:pt x="1076" y="1"/>
                  </a:cubicBezTo>
                  <a:cubicBezTo>
                    <a:pt x="1075" y="1"/>
                    <a:pt x="1073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6" name="Google Shape;2436;p49"/>
          <p:cNvSpPr/>
          <p:nvPr/>
        </p:nvSpPr>
        <p:spPr>
          <a:xfrm>
            <a:off x="7402097" y="748648"/>
            <a:ext cx="157906" cy="15607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49"/>
          <p:cNvSpPr txBox="1">
            <a:spLocks noGrp="1"/>
          </p:cNvSpPr>
          <p:nvPr>
            <p:ph type="subTitle" idx="2"/>
          </p:nvPr>
        </p:nvSpPr>
        <p:spPr>
          <a:xfrm>
            <a:off x="4925525" y="1424150"/>
            <a:ext cx="3351600" cy="29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8" name="Google Shape;2438;p49"/>
          <p:cNvSpPr/>
          <p:nvPr/>
        </p:nvSpPr>
        <p:spPr>
          <a:xfrm>
            <a:off x="113146" y="43068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9" name="Google Shape;2439;p49"/>
          <p:cNvSpPr/>
          <p:nvPr/>
        </p:nvSpPr>
        <p:spPr>
          <a:xfrm rot="2209237">
            <a:off x="691175" y="464918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p49"/>
          <p:cNvSpPr/>
          <p:nvPr/>
        </p:nvSpPr>
        <p:spPr>
          <a:xfrm flipH="1">
            <a:off x="273929" y="4606235"/>
            <a:ext cx="271485" cy="393487"/>
          </a:xfrm>
          <a:custGeom>
            <a:avLst/>
            <a:gdLst/>
            <a:ahLst/>
            <a:cxnLst/>
            <a:rect l="l" t="t" r="r" b="b"/>
            <a:pathLst>
              <a:path w="3973" h="5922" extrusionOk="0">
                <a:moveTo>
                  <a:pt x="972" y="0"/>
                </a:moveTo>
                <a:lnTo>
                  <a:pt x="972" y="0"/>
                </a:lnTo>
                <a:cubicBezTo>
                  <a:pt x="1216" y="859"/>
                  <a:pt x="1850" y="2785"/>
                  <a:pt x="1" y="3666"/>
                </a:cubicBezTo>
                <a:cubicBezTo>
                  <a:pt x="216" y="3593"/>
                  <a:pt x="422" y="3559"/>
                  <a:pt x="618" y="3559"/>
                </a:cubicBezTo>
                <a:cubicBezTo>
                  <a:pt x="1697" y="3559"/>
                  <a:pt x="2484" y="4595"/>
                  <a:pt x="2989" y="5922"/>
                </a:cubicBezTo>
                <a:cubicBezTo>
                  <a:pt x="2466" y="3666"/>
                  <a:pt x="2765" y="2961"/>
                  <a:pt x="3972" y="2411"/>
                </a:cubicBezTo>
                <a:lnTo>
                  <a:pt x="3972" y="2411"/>
                </a:lnTo>
                <a:cubicBezTo>
                  <a:pt x="3768" y="2471"/>
                  <a:pt x="3576" y="2498"/>
                  <a:pt x="3395" y="2498"/>
                </a:cubicBezTo>
                <a:cubicBezTo>
                  <a:pt x="2162" y="2498"/>
                  <a:pt x="1461" y="1207"/>
                  <a:pt x="97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1" name="Google Shape;2441;p49"/>
          <p:cNvSpPr txBox="1">
            <a:spLocks noGrp="1"/>
          </p:cNvSpPr>
          <p:nvPr>
            <p:ph type="title"/>
          </p:nvPr>
        </p:nvSpPr>
        <p:spPr>
          <a:xfrm>
            <a:off x="713225" y="348491"/>
            <a:ext cx="73608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85" r:id="rId4"/>
    <p:sldLayoutId id="2147483695" r:id="rId5"/>
    <p:sldLayoutId id="2147483701" r:id="rId6"/>
    <p:sldLayoutId id="2147483702" r:id="rId7"/>
    <p:sldLayoutId id="214748370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4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724970" y="14689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58" y="1293654"/>
            <a:ext cx="8022826" cy="187082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372684" y="2450630"/>
            <a:ext cx="5784088" cy="588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724970" y="14689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5" y="1395248"/>
            <a:ext cx="8230749" cy="235300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214255" y="3038841"/>
            <a:ext cx="5209554" cy="588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05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724970" y="14689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7" y="1331801"/>
            <a:ext cx="8383170" cy="24863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214255" y="3038841"/>
            <a:ext cx="5209554" cy="588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58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If statements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600" y="1874379"/>
            <a:ext cx="4143953" cy="1390844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63764" y="339285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Press “tab”, then type print.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Indentation is important!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If statements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98" y="917850"/>
            <a:ext cx="5623074" cy="349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0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If statements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453" y="752819"/>
            <a:ext cx="6150404" cy="37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9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If statements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34" y="885016"/>
            <a:ext cx="6886286" cy="376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Logical </a:t>
            </a:r>
            <a:r>
              <a:rPr lang="en-US" sz="4800" dirty="0" err="1" smtClean="0"/>
              <a:t>Operators:or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036" y="1309458"/>
            <a:ext cx="6354062" cy="2686425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/>
          </p:cNvSpPr>
          <p:nvPr/>
        </p:nvSpPr>
        <p:spPr>
          <a:xfrm>
            <a:off x="1106121" y="3907413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T</a:t>
            </a:r>
            <a:r>
              <a:rPr lang="en-US" altLang="zh-CN" sz="2000" b="0" dirty="0" smtClean="0">
                <a:latin typeface="+mn-lt"/>
              </a:rPr>
              <a:t>rue if one of two is true</a:t>
            </a:r>
            <a:endParaRPr lang="en-US" sz="2000" b="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66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Logical </a:t>
            </a:r>
            <a:r>
              <a:rPr lang="en-US" sz="4800" dirty="0" err="1" smtClean="0"/>
              <a:t>Operators:and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036" y="1309458"/>
            <a:ext cx="6354062" cy="2686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90" y="1204721"/>
            <a:ext cx="6773220" cy="2734057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/>
          </p:cNvSpPr>
          <p:nvPr/>
        </p:nvSpPr>
        <p:spPr>
          <a:xfrm>
            <a:off x="1106121" y="3907413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False</a:t>
            </a:r>
            <a:r>
              <a:rPr lang="en-US" altLang="zh-CN" sz="2000" b="0" dirty="0" smtClean="0">
                <a:latin typeface="+mn-lt"/>
              </a:rPr>
              <a:t> if one of two is false</a:t>
            </a:r>
            <a:endParaRPr lang="en-US" sz="2000" b="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228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Logical operators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972;p67"/>
          <p:cNvSpPr txBox="1">
            <a:spLocks/>
          </p:cNvSpPr>
          <p:nvPr/>
        </p:nvSpPr>
        <p:spPr>
          <a:xfrm>
            <a:off x="1146581" y="3413947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>
                <a:latin typeface="+mn-lt"/>
              </a:rPr>
              <a:t>n</a:t>
            </a:r>
            <a:r>
              <a:rPr lang="en-US" sz="2000" b="0" dirty="0" smtClean="0">
                <a:latin typeface="+mn-lt"/>
              </a:rPr>
              <a:t>ames[n] denotes the index n element, or the </a:t>
            </a:r>
          </a:p>
          <a:p>
            <a:r>
              <a:rPr lang="en-US" sz="2000" b="0" dirty="0" smtClean="0">
                <a:latin typeface="+mn-lt"/>
              </a:rPr>
              <a:t>(n+1)</a:t>
            </a:r>
            <a:r>
              <a:rPr lang="en-US" sz="2000" b="0" dirty="0" err="1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 element </a:t>
            </a:r>
            <a:r>
              <a:rPr lang="en-US" sz="2000" b="0" dirty="0">
                <a:latin typeface="+mn-lt"/>
              </a:rPr>
              <a:t>i</a:t>
            </a:r>
            <a:r>
              <a:rPr lang="en-US" sz="2000" b="0" dirty="0" smtClean="0">
                <a:latin typeface="+mn-lt"/>
              </a:rPr>
              <a:t>n the list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487" y="928672"/>
            <a:ext cx="6103303" cy="393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4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8" y="72828"/>
            <a:ext cx="4594909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Program example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972;p67"/>
          <p:cNvSpPr txBox="1">
            <a:spLocks/>
          </p:cNvSpPr>
          <p:nvPr/>
        </p:nvSpPr>
        <p:spPr>
          <a:xfrm>
            <a:off x="1146581" y="3413947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 lang="en-AU" sz="900" b="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31" y="898174"/>
            <a:ext cx="7778022" cy="377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2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1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Spot the error.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What is wrong with this code?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“print” should be indented.</a:t>
            </a:r>
          </a:p>
          <a:p>
            <a:pPr marL="0" indent="0" algn="l"/>
            <a:r>
              <a:rPr lang="en-US" sz="2000" dirty="0" smtClean="0">
                <a:solidFill>
                  <a:schemeClr val="tx1"/>
                </a:solidFill>
              </a:rPr>
              <a:t>(indented means you should have some spaces (a tab) in front”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0177" y="3511944"/>
            <a:ext cx="4079356" cy="9320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56" y="1361281"/>
            <a:ext cx="672558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8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</a:t>
            </a:r>
            <a:r>
              <a:rPr lang="en-AU" sz="4800" dirty="0"/>
              <a:t>2</a:t>
            </a:r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Spot the error.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What is wrong with this code?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</a:t>
            </a:r>
            <a:r>
              <a:rPr lang="en-US" sz="2000" dirty="0" smtClean="0">
                <a:solidFill>
                  <a:schemeClr val="tx1"/>
                </a:solidFill>
              </a:rPr>
              <a:t>should be “if x == 3”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41821" y="3452870"/>
            <a:ext cx="3291864" cy="4750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218" y="1469875"/>
            <a:ext cx="5048955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0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3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Spot the error.</a:t>
            </a:r>
          </a:p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What is wrong with this code?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</a:t>
            </a:r>
            <a:r>
              <a:rPr lang="en-US" sz="2000" dirty="0" smtClean="0">
                <a:solidFill>
                  <a:schemeClr val="tx1"/>
                </a:solidFill>
              </a:rPr>
              <a:t>should be “True” with the capital letter T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8889" y="3536220"/>
            <a:ext cx="3874140" cy="6044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53" y="1863317"/>
            <a:ext cx="8678486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3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4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x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True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23129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78517" y="1144274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526" y="1947423"/>
            <a:ext cx="6525536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</a:t>
            </a:r>
            <a:r>
              <a:rPr lang="en-AU" sz="4800" dirty="0"/>
              <a:t>5</a:t>
            </a:r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x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True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23129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102793" y="1161601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50" y="2230660"/>
            <a:ext cx="8710150" cy="58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1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Summary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86" y="1019497"/>
            <a:ext cx="6068552" cy="331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9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Summary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17" y="1045360"/>
            <a:ext cx="7326971" cy="346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5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Important Notes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209;p76"/>
          <p:cNvSpPr txBox="1">
            <a:spLocks/>
          </p:cNvSpPr>
          <p:nvPr/>
        </p:nvSpPr>
        <p:spPr>
          <a:xfrm>
            <a:off x="1978334" y="1011506"/>
            <a:ext cx="6229432" cy="2798030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# 1. Indentation matters in Python.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#    The indented lines belong to the if statement.</a:t>
            </a:r>
          </a:p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# 2. A colon (:) must be written after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#    if, </a:t>
            </a:r>
            <a:r>
              <a:rPr lang="en-AU" sz="2000" dirty="0" err="1">
                <a:solidFill>
                  <a:schemeClr val="tx1"/>
                </a:solidFill>
              </a:rPr>
              <a:t>elif</a:t>
            </a:r>
            <a:r>
              <a:rPr lang="en-AU" sz="2000" dirty="0">
                <a:solidFill>
                  <a:schemeClr val="tx1"/>
                </a:solidFill>
              </a:rPr>
              <a:t>, and else.</a:t>
            </a:r>
          </a:p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# 3. Conditions return either: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#    True or False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4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Comparison Operators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209;p76"/>
          <p:cNvSpPr txBox="1">
            <a:spLocks/>
          </p:cNvSpPr>
          <p:nvPr/>
        </p:nvSpPr>
        <p:spPr>
          <a:xfrm>
            <a:off x="1978334" y="1011506"/>
            <a:ext cx="6229432" cy="2798030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==   </a:t>
            </a:r>
            <a:r>
              <a:rPr lang="en-AU" sz="2000" dirty="0">
                <a:solidFill>
                  <a:schemeClr val="tx1"/>
                </a:solidFill>
              </a:rPr>
              <a:t>equal </a:t>
            </a:r>
            <a:r>
              <a:rPr lang="en-AU" sz="2000" dirty="0" smtClean="0">
                <a:solidFill>
                  <a:schemeClr val="tx1"/>
                </a:solidFill>
              </a:rPr>
              <a:t>to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!=   </a:t>
            </a:r>
            <a:r>
              <a:rPr lang="en-AU" sz="2000" dirty="0">
                <a:solidFill>
                  <a:schemeClr val="tx1"/>
                </a:solidFill>
              </a:rPr>
              <a:t>not equal to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&gt;    </a:t>
            </a:r>
            <a:r>
              <a:rPr lang="en-AU" sz="2000" dirty="0">
                <a:solidFill>
                  <a:schemeClr val="tx1"/>
                </a:solidFill>
              </a:rPr>
              <a:t>greater than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&lt;    </a:t>
            </a:r>
            <a:r>
              <a:rPr lang="en-AU" sz="2000" dirty="0">
                <a:solidFill>
                  <a:schemeClr val="tx1"/>
                </a:solidFill>
              </a:rPr>
              <a:t>less than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&gt;=   </a:t>
            </a:r>
            <a:r>
              <a:rPr lang="en-AU" sz="2000" dirty="0">
                <a:solidFill>
                  <a:schemeClr val="tx1"/>
                </a:solidFill>
              </a:rPr>
              <a:t>greater than or equal to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&lt;=   </a:t>
            </a:r>
            <a:r>
              <a:rPr lang="en-AU" sz="2000" dirty="0">
                <a:solidFill>
                  <a:schemeClr val="tx1"/>
                </a:solidFill>
              </a:rPr>
              <a:t>less than or equal to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65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72;p67"/>
          <p:cNvSpPr txBox="1">
            <a:spLocks/>
          </p:cNvSpPr>
          <p:nvPr/>
        </p:nvSpPr>
        <p:spPr>
          <a:xfrm>
            <a:off x="2242958" y="6886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Exercise1</a:t>
            </a:r>
            <a:endParaRPr lang="en-AU" sz="4800" dirty="0"/>
          </a:p>
        </p:txBody>
      </p:sp>
      <p:sp>
        <p:nvSpPr>
          <p:cNvPr id="11" name="Google Shape;2972;p67"/>
          <p:cNvSpPr txBox="1">
            <a:spLocks/>
          </p:cNvSpPr>
          <p:nvPr/>
        </p:nvSpPr>
        <p:spPr>
          <a:xfrm>
            <a:off x="655456" y="855827"/>
            <a:ext cx="7315200" cy="210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2400" b="0" dirty="0" smtClean="0">
                <a:latin typeface="+mn-lt"/>
              </a:rPr>
              <a:t>Make a program that checks if a number is </a:t>
            </a:r>
            <a:r>
              <a:rPr lang="en-US" sz="2400" b="0" dirty="0">
                <a:latin typeface="+mn-lt"/>
              </a:rPr>
              <a:t>p</a:t>
            </a:r>
            <a:r>
              <a:rPr lang="en-US" sz="2400" b="0" dirty="0" smtClean="0">
                <a:latin typeface="+mn-lt"/>
              </a:rPr>
              <a:t>ositive.</a:t>
            </a:r>
            <a:endParaRPr lang="en-AU" sz="24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41" y="1482852"/>
            <a:ext cx="8230749" cy="1962424"/>
          </a:xfrm>
          <a:prstGeom prst="rect">
            <a:avLst/>
          </a:prstGeom>
        </p:spPr>
      </p:pic>
      <p:sp>
        <p:nvSpPr>
          <p:cNvPr id="12" name="Google Shape;2972;p67"/>
          <p:cNvSpPr txBox="1">
            <a:spLocks/>
          </p:cNvSpPr>
          <p:nvPr/>
        </p:nvSpPr>
        <p:spPr>
          <a:xfrm>
            <a:off x="655456" y="3584704"/>
            <a:ext cx="7315200" cy="210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2400" b="0" dirty="0" smtClean="0">
                <a:latin typeface="+mn-lt"/>
              </a:rPr>
              <a:t>Note: what variable type is number? Can we compare a string with an integer?</a:t>
            </a:r>
            <a:endParaRPr lang="en-AU" sz="2400" b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72;p67"/>
          <p:cNvSpPr txBox="1">
            <a:spLocks/>
          </p:cNvSpPr>
          <p:nvPr/>
        </p:nvSpPr>
        <p:spPr>
          <a:xfrm>
            <a:off x="2242958" y="6886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Exercise1 answer</a:t>
            </a:r>
            <a:endParaRPr lang="en-AU" sz="4800" dirty="0"/>
          </a:p>
        </p:txBody>
      </p:sp>
      <p:sp>
        <p:nvSpPr>
          <p:cNvPr id="11" name="Google Shape;2972;p67"/>
          <p:cNvSpPr txBox="1">
            <a:spLocks/>
          </p:cNvSpPr>
          <p:nvPr/>
        </p:nvSpPr>
        <p:spPr>
          <a:xfrm>
            <a:off x="1806921" y="904379"/>
            <a:ext cx="6309391" cy="210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2400" b="0" dirty="0" smtClean="0">
                <a:latin typeface="+mn-lt"/>
              </a:rPr>
              <a:t>Make a program that checks if a number is</a:t>
            </a:r>
          </a:p>
          <a:p>
            <a:pPr algn="l"/>
            <a:r>
              <a:rPr lang="en-US" sz="2400" b="0" dirty="0" smtClean="0">
                <a:latin typeface="+mn-lt"/>
              </a:rPr>
              <a:t>Positive.</a:t>
            </a:r>
            <a:endParaRPr lang="en-AU" sz="24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49" y="1787940"/>
            <a:ext cx="8113921" cy="294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9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3256</TotalTime>
  <Words>326</Words>
  <Application>Microsoft Office PowerPoint</Application>
  <PresentationFormat>On-screen Show (16:9)</PresentationFormat>
  <Paragraphs>72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Amatic SC</vt:lpstr>
      <vt:lpstr>Didact Gothic</vt:lpstr>
      <vt:lpstr>Arial</vt:lpstr>
      <vt:lpstr>Giant Doodles Newsletter by Slidesgo</vt:lpstr>
      <vt:lpstr>Python week 4</vt:lpstr>
      <vt:lpstr>Review</vt:lpstr>
      <vt:lpstr>Review</vt:lpstr>
      <vt:lpstr>Review</vt:lpstr>
      <vt:lpstr>If statements</vt:lpstr>
      <vt:lpstr>If statements</vt:lpstr>
      <vt:lpstr>If statements</vt:lpstr>
      <vt:lpstr>If statements</vt:lpstr>
      <vt:lpstr>Logical Operators:or</vt:lpstr>
      <vt:lpstr>Logical Operators:and</vt:lpstr>
      <vt:lpstr>Logical operators</vt:lpstr>
      <vt:lpstr>Program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Summary</vt:lpstr>
      <vt:lpstr>Important Notes</vt:lpstr>
      <vt:lpstr>Comparison Operators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49</cp:revision>
  <dcterms:modified xsi:type="dcterms:W3CDTF">2026-05-24T00:39:25Z</dcterms:modified>
</cp:coreProperties>
</file>